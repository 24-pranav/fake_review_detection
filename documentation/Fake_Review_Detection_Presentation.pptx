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7" r:id="rId1"/>
  </p:sldMasterIdLst>
  <p:notesMasterIdLst>
    <p:notesMasterId r:id="rId24"/>
  </p:notesMasterIdLst>
  <p:sldIdLst>
    <p:sldId id="256" r:id="rId2"/>
    <p:sldId id="271" r:id="rId3"/>
    <p:sldId id="272" r:id="rId4"/>
    <p:sldId id="257" r:id="rId5"/>
    <p:sldId id="258" r:id="rId6"/>
    <p:sldId id="259" r:id="rId7"/>
    <p:sldId id="260" r:id="rId8"/>
    <p:sldId id="261" r:id="rId9"/>
    <p:sldId id="262" r:id="rId10"/>
    <p:sldId id="273" r:id="rId11"/>
    <p:sldId id="263" r:id="rId12"/>
    <p:sldId id="264" r:id="rId13"/>
    <p:sldId id="265" r:id="rId14"/>
    <p:sldId id="266" r:id="rId15"/>
    <p:sldId id="267" r:id="rId16"/>
    <p:sldId id="274" r:id="rId17"/>
    <p:sldId id="268" r:id="rId18"/>
    <p:sldId id="269" r:id="rId19"/>
    <p:sldId id="275" r:id="rId20"/>
    <p:sldId id="270" r:id="rId21"/>
    <p:sldId id="276" r:id="rId22"/>
    <p:sldId id="277"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3" d="100"/>
          <a:sy n="83" d="100"/>
        </p:scale>
        <p:origin x="1450"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A69F3A-069D-4F4F-A66B-77293384DAC1}" type="datetimeFigureOut">
              <a:rPr lang="en-US" smtClean="0"/>
              <a:t>4/1/2026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00F3DB-B28D-42F6-9A26-10DBAC4BEA59}" type="slidenum">
              <a:rPr lang="en-US" smtClean="0"/>
              <a:t>‹#›</a:t>
            </a:fld>
            <a:endParaRPr lang="en-US"/>
          </a:p>
        </p:txBody>
      </p:sp>
    </p:spTree>
    <p:extLst>
      <p:ext uri="{BB962C8B-B14F-4D97-AF65-F5344CB8AC3E}">
        <p14:creationId xmlns:p14="http://schemas.microsoft.com/office/powerpoint/2010/main" val="20629862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800F3DB-B28D-42F6-9A26-10DBAC4BEA59}" type="slidenum">
              <a:rPr lang="en-US" smtClean="0"/>
              <a:t>6</a:t>
            </a:fld>
            <a:endParaRPr lang="en-US"/>
          </a:p>
        </p:txBody>
      </p:sp>
    </p:spTree>
    <p:extLst>
      <p:ext uri="{BB962C8B-B14F-4D97-AF65-F5344CB8AC3E}">
        <p14:creationId xmlns:p14="http://schemas.microsoft.com/office/powerpoint/2010/main" val="883892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800F3DB-B28D-42F6-9A26-10DBAC4BEA59}" type="slidenum">
              <a:rPr lang="en-US" smtClean="0"/>
              <a:t>13</a:t>
            </a:fld>
            <a:endParaRPr lang="en-US"/>
          </a:p>
        </p:txBody>
      </p:sp>
    </p:spTree>
    <p:extLst>
      <p:ext uri="{BB962C8B-B14F-4D97-AF65-F5344CB8AC3E}">
        <p14:creationId xmlns:p14="http://schemas.microsoft.com/office/powerpoint/2010/main" val="48059867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6" name="Group 5"/>
          <p:cNvGrpSpPr/>
          <p:nvPr/>
        </p:nvGrpSpPr>
        <p:grpSpPr>
          <a:xfrm>
            <a:off x="-1588" y="0"/>
            <a:ext cx="9145588" cy="6860798"/>
            <a:chOff x="-1588" y="0"/>
            <a:chExt cx="9145588" cy="6860798"/>
          </a:xfrm>
        </p:grpSpPr>
        <p:sp>
          <p:nvSpPr>
            <p:cNvPr id="9" name="Rectangle 8"/>
            <p:cNvSpPr/>
            <p:nvPr/>
          </p:nvSpPr>
          <p:spPr>
            <a:xfrm>
              <a:off x="0" y="0"/>
              <a:ext cx="9118832"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rcRect/>
              <a:stretch>
                <a:fillRect l="-16713" r="-16989"/>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Oval 9"/>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2" name="Oval 11"/>
            <p:cNvSpPr/>
            <p:nvPr/>
          </p:nvSpPr>
          <p:spPr>
            <a:xfrm>
              <a:off x="629943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Oval 12"/>
            <p:cNvSpPr/>
            <p:nvPr/>
          </p:nvSpPr>
          <p:spPr>
            <a:xfrm>
              <a:off x="5689832" y="0"/>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Oval 13"/>
            <p:cNvSpPr/>
            <p:nvPr/>
          </p:nvSpPr>
          <p:spPr>
            <a:xfrm>
              <a:off x="6299432" y="5870198"/>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1588"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Freeform 5"/>
            <p:cNvSpPr>
              <a:spLocks noEditPoints="1"/>
            </p:cNvSpPr>
            <p:nvPr/>
          </p:nvSpPr>
          <p:spPr bwMode="gray">
            <a:xfrm>
              <a:off x="0" y="0"/>
              <a:ext cx="9144000" cy="6858000"/>
            </a:xfrm>
            <a:custGeom>
              <a:avLst/>
              <a:gdLst/>
              <a:ahLst/>
              <a:cxnLst/>
              <a:rect l="0" t="0" r="r" b="b"/>
              <a:pathLst>
                <a:path w="5760" h="4320">
                  <a:moveTo>
                    <a:pt x="0" y="0"/>
                  </a:moveTo>
                  <a:lnTo>
                    <a:pt x="0" y="4320"/>
                  </a:lnTo>
                  <a:lnTo>
                    <a:pt x="5760" y="4320"/>
                  </a:lnTo>
                  <a:lnTo>
                    <a:pt x="5760" y="0"/>
                  </a:lnTo>
                  <a:lnTo>
                    <a:pt x="0" y="0"/>
                  </a:lnTo>
                  <a:close/>
                  <a:moveTo>
                    <a:pt x="5444" y="4004"/>
                  </a:moveTo>
                  <a:lnTo>
                    <a:pt x="324" y="4004"/>
                  </a:lnTo>
                  <a:lnTo>
                    <a:pt x="324" y="324"/>
                  </a:lnTo>
                  <a:lnTo>
                    <a:pt x="5444" y="324"/>
                  </a:lnTo>
                  <a:lnTo>
                    <a:pt x="5444" y="400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866440" y="2226503"/>
            <a:ext cx="5917679" cy="2550877"/>
          </a:xfrm>
        </p:spPr>
        <p:txBody>
          <a:bodyPr anchor="b"/>
          <a:lstStyle>
            <a:lvl1pPr>
              <a:defRPr sz="4800"/>
            </a:lvl1pPr>
          </a:lstStyle>
          <a:p>
            <a:r>
              <a:rPr lang="en-US" smtClean="0"/>
              <a:t>Click to edit Master title style</a:t>
            </a:r>
            <a:endParaRPr lang="en-US" dirty="0"/>
          </a:p>
        </p:txBody>
      </p:sp>
      <p:sp>
        <p:nvSpPr>
          <p:cNvPr id="3" name="Subtitle 2"/>
          <p:cNvSpPr>
            <a:spLocks noGrp="1"/>
          </p:cNvSpPr>
          <p:nvPr>
            <p:ph type="subTitle" idx="1"/>
          </p:nvPr>
        </p:nvSpPr>
        <p:spPr>
          <a:xfrm>
            <a:off x="866440" y="4777380"/>
            <a:ext cx="5917679"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bwMode="gray">
          <a:xfrm rot="5400000">
            <a:off x="7498080" y="1828800"/>
            <a:ext cx="990599" cy="228659"/>
          </a:xfrm>
        </p:spPr>
        <p:txBody>
          <a:bodyPr anchor="t"/>
          <a:lstStyle>
            <a:lvl1pPr algn="l">
              <a:defRPr b="0" i="0">
                <a:solidFill>
                  <a:schemeClr val="bg1">
                    <a:alpha val="60000"/>
                  </a:schemeClr>
                </a:solidFill>
              </a:defRPr>
            </a:lvl1pPr>
          </a:lstStyle>
          <a:p>
            <a:fld id="{5BCAD085-E8A6-8845-BD4E-CB4CCA059FC4}" type="datetimeFigureOut">
              <a:rPr lang="en-US" smtClean="0"/>
              <a:t>4/1/2026</a:t>
            </a:fld>
            <a:endParaRPr lang="en-US"/>
          </a:p>
        </p:txBody>
      </p:sp>
      <p:sp>
        <p:nvSpPr>
          <p:cNvPr id="5" name="Footer Placeholder 4"/>
          <p:cNvSpPr>
            <a:spLocks noGrp="1"/>
          </p:cNvSpPr>
          <p:nvPr>
            <p:ph type="ftr" sz="quarter" idx="11"/>
          </p:nvPr>
        </p:nvSpPr>
        <p:spPr bwMode="gray">
          <a:xfrm rot="5400000">
            <a:off x="6236208" y="3264408"/>
            <a:ext cx="3859795" cy="228660"/>
          </a:xfrm>
        </p:spPr>
        <p:txBody>
          <a:bodyPr/>
          <a:lstStyle>
            <a:lvl1pPr>
              <a:defRPr b="0" i="0">
                <a:solidFill>
                  <a:schemeClr val="bg1">
                    <a:alpha val="60000"/>
                  </a:schemeClr>
                </a:solidFill>
              </a:defRPr>
            </a:lvl1pPr>
          </a:lstStyle>
          <a:p>
            <a:endParaRPr lang="en-US"/>
          </a:p>
        </p:txBody>
      </p:sp>
      <p:sp>
        <p:nvSpPr>
          <p:cNvPr id="11" name="Rectangle 10"/>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8" name="Slide Number Placeholder 5"/>
          <p:cNvSpPr>
            <a:spLocks noGrp="1"/>
          </p:cNvSpPr>
          <p:nvPr>
            <p:ph type="sldNum" sz="quarter" idx="12"/>
          </p:nvPr>
        </p:nvSpPr>
        <p:spPr>
          <a:xfrm>
            <a:off x="7678616" y="295730"/>
            <a:ext cx="791308" cy="767687"/>
          </a:xfrm>
          <a:prstGeom prst="rect">
            <a:avLst/>
          </a:prstGeom>
        </p:spPr>
        <p:txBody>
          <a:bodyPr anchor="b"/>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575593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65970" y="927098"/>
            <a:ext cx="6343672" cy="709865"/>
          </a:xfrm>
        </p:spPr>
        <p:txBody>
          <a:bodyPr anchor="ctr"/>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7678616" y="295730"/>
            <a:ext cx="791308" cy="767687"/>
          </a:xfrm>
          <a:prstGeom prst="rect">
            <a:avLst/>
          </a:prstGeom>
        </p:spPr>
        <p:txBody>
          <a:bodyPr anchor="b"/>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3447625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7" name="Group 6"/>
          <p:cNvGrpSpPr/>
          <p:nvPr/>
        </p:nvGrpSpPr>
        <p:grpSpPr>
          <a:xfrm>
            <a:off x="-1588" y="0"/>
            <a:ext cx="9145588" cy="6860798"/>
            <a:chOff x="-1588" y="0"/>
            <a:chExt cx="9145588" cy="6860798"/>
          </a:xfrm>
        </p:grpSpPr>
        <p:sp>
          <p:nvSpPr>
            <p:cNvPr id="12" name="Rectangle 11"/>
            <p:cNvSpPr/>
            <p:nvPr/>
          </p:nvSpPr>
          <p:spPr>
            <a:xfrm>
              <a:off x="0" y="0"/>
              <a:ext cx="9118832"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rcRect/>
              <a:stretch>
                <a:fillRect l="-16713" r="-16989"/>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Oval 13"/>
            <p:cNvSpPr/>
            <p:nvPr/>
          </p:nvSpPr>
          <p:spPr>
            <a:xfrm>
              <a:off x="629943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5689832" y="0"/>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6299432" y="5870198"/>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1588"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5283673" y="402165"/>
              <a:ext cx="3465769"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10"/>
            <p:cNvSpPr/>
            <p:nvPr/>
          </p:nvSpPr>
          <p:spPr bwMode="gray">
            <a:xfrm rot="16200000">
              <a:off x="3105027" y="1765596"/>
              <a:ext cx="5995993" cy="3326809"/>
            </a:xfrm>
            <a:custGeom>
              <a:avLst/>
              <a:gdLst/>
              <a:ahLst/>
              <a:cxnLst/>
              <a:rect l="0" t="0" r="r" b="b"/>
              <a:pathLst>
                <a:path w="4960" h="2752">
                  <a:moveTo>
                    <a:pt x="0" y="0"/>
                  </a:moveTo>
                  <a:lnTo>
                    <a:pt x="0" y="324"/>
                  </a:lnTo>
                  <a:lnTo>
                    <a:pt x="0" y="1992"/>
                  </a:lnTo>
                  <a:lnTo>
                    <a:pt x="0" y="2752"/>
                  </a:lnTo>
                  <a:lnTo>
                    <a:pt x="4960" y="2752"/>
                  </a:lnTo>
                  <a:lnTo>
                    <a:pt x="4960" y="1992"/>
                  </a:lnTo>
                  <a:lnTo>
                    <a:pt x="4960" y="324"/>
                  </a:lnTo>
                  <a:lnTo>
                    <a:pt x="4960" y="0"/>
                  </a:lnTo>
                  <a:lnTo>
                    <a:pt x="4960" y="0"/>
                  </a:lnTo>
                  <a:lnTo>
                    <a:pt x="4734" y="34"/>
                  </a:lnTo>
                  <a:lnTo>
                    <a:pt x="4510" y="64"/>
                  </a:lnTo>
                  <a:lnTo>
                    <a:pt x="4284" y="90"/>
                  </a:lnTo>
                  <a:lnTo>
                    <a:pt x="4060" y="114"/>
                  </a:lnTo>
                  <a:lnTo>
                    <a:pt x="3836" y="132"/>
                  </a:lnTo>
                  <a:lnTo>
                    <a:pt x="3614" y="146"/>
                  </a:lnTo>
                  <a:lnTo>
                    <a:pt x="3392" y="158"/>
                  </a:lnTo>
                  <a:lnTo>
                    <a:pt x="3174" y="166"/>
                  </a:lnTo>
                  <a:lnTo>
                    <a:pt x="2960" y="172"/>
                  </a:lnTo>
                  <a:lnTo>
                    <a:pt x="2748" y="174"/>
                  </a:lnTo>
                  <a:lnTo>
                    <a:pt x="2542" y="174"/>
                  </a:lnTo>
                  <a:lnTo>
                    <a:pt x="2338" y="174"/>
                  </a:lnTo>
                  <a:lnTo>
                    <a:pt x="2140" y="170"/>
                  </a:lnTo>
                  <a:lnTo>
                    <a:pt x="1948" y="164"/>
                  </a:lnTo>
                  <a:lnTo>
                    <a:pt x="1762" y="156"/>
                  </a:lnTo>
                  <a:lnTo>
                    <a:pt x="1582" y="148"/>
                  </a:lnTo>
                  <a:lnTo>
                    <a:pt x="1410" y="138"/>
                  </a:lnTo>
                  <a:lnTo>
                    <a:pt x="1244" y="128"/>
                  </a:lnTo>
                  <a:lnTo>
                    <a:pt x="1088" y="116"/>
                  </a:lnTo>
                  <a:lnTo>
                    <a:pt x="938" y="104"/>
                  </a:lnTo>
                  <a:lnTo>
                    <a:pt x="668" y="78"/>
                  </a:lnTo>
                  <a:lnTo>
                    <a:pt x="438" y="54"/>
                  </a:lnTo>
                  <a:lnTo>
                    <a:pt x="254" y="34"/>
                  </a:lnTo>
                  <a:lnTo>
                    <a:pt x="116" y="16"/>
                  </a:lnTo>
                  <a:lnTo>
                    <a:pt x="0" y="0"/>
                  </a:lnTo>
                  <a:lnTo>
                    <a:pt x="0" y="0"/>
                  </a:lnTo>
                  <a:close/>
                </a:path>
              </a:pathLst>
            </a:custGeom>
            <a:solidFill>
              <a:schemeClr val="bg1"/>
            </a:solidFill>
            <a:ln>
              <a:noFill/>
            </a:ln>
          </p:spPr>
        </p:sp>
        <p:sp>
          <p:nvSpPr>
            <p:cNvPr id="18" name="Freeform 5"/>
            <p:cNvSpPr/>
            <p:nvPr/>
          </p:nvSpPr>
          <p:spPr bwMode="gray">
            <a:xfrm rot="15687606">
              <a:off x="3320102" y="1458373"/>
              <a:ext cx="2377690" cy="317748"/>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a:spLocks noEditPoints="1"/>
            </p:cNvSpPr>
            <p:nvPr/>
          </p:nvSpPr>
          <p:spPr bwMode="gray">
            <a:xfrm>
              <a:off x="0" y="0"/>
              <a:ext cx="9144000" cy="6858000"/>
            </a:xfrm>
            <a:custGeom>
              <a:avLst/>
              <a:gdLst/>
              <a:ahLst/>
              <a:cxnLst/>
              <a:rect l="0" t="0" r="r" b="b"/>
              <a:pathLst>
                <a:path w="5760" h="4320">
                  <a:moveTo>
                    <a:pt x="0" y="0"/>
                  </a:moveTo>
                  <a:lnTo>
                    <a:pt x="0" y="4320"/>
                  </a:lnTo>
                  <a:lnTo>
                    <a:pt x="5760" y="4320"/>
                  </a:lnTo>
                  <a:lnTo>
                    <a:pt x="5760" y="0"/>
                  </a:lnTo>
                  <a:lnTo>
                    <a:pt x="0" y="0"/>
                  </a:lnTo>
                  <a:close/>
                  <a:moveTo>
                    <a:pt x="5444" y="4004"/>
                  </a:moveTo>
                  <a:lnTo>
                    <a:pt x="324" y="4004"/>
                  </a:lnTo>
                  <a:lnTo>
                    <a:pt x="324" y="324"/>
                  </a:lnTo>
                  <a:lnTo>
                    <a:pt x="5444" y="324"/>
                  </a:lnTo>
                  <a:lnTo>
                    <a:pt x="5444" y="400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title"/>
          </p:nvPr>
        </p:nvSpPr>
        <p:spPr>
          <a:xfrm>
            <a:off x="877534" y="2257588"/>
            <a:ext cx="3090672" cy="3020344"/>
          </a:xfrm>
        </p:spPr>
        <p:txBody>
          <a:bodyPr anchor="ctr"/>
          <a:lstStyle>
            <a:lvl1pPr algn="l">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5119261" y="2257588"/>
            <a:ext cx="3082516" cy="302034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8" name="Rectangle 7"/>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a:xfrm>
            <a:off x="7678616" y="295730"/>
            <a:ext cx="791308" cy="767687"/>
          </a:xfrm>
          <a:prstGeom prst="rect">
            <a:avLst/>
          </a:prstGeom>
        </p:spPr>
        <p:txBody>
          <a:bodyPr anchor="b"/>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1590374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chor="ctr"/>
          <a:lstStyle/>
          <a:p>
            <a:r>
              <a:rPr lang="en-US" smtClean="0"/>
              <a:t>Click to edit Master title style</a:t>
            </a:r>
            <a:endParaRPr lang="en-US" dirty="0"/>
          </a:p>
        </p:txBody>
      </p:sp>
      <p:sp>
        <p:nvSpPr>
          <p:cNvPr id="3" name="Content Placeholder 2"/>
          <p:cNvSpPr>
            <a:spLocks noGrp="1"/>
          </p:cNvSpPr>
          <p:nvPr>
            <p:ph sz="half" idx="1"/>
          </p:nvPr>
        </p:nvSpPr>
        <p:spPr>
          <a:xfrm>
            <a:off x="866440" y="2489200"/>
            <a:ext cx="3636980" cy="3530603"/>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4640581" y="2489203"/>
            <a:ext cx="3636980" cy="3530600"/>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7678616" y="295730"/>
            <a:ext cx="791308" cy="767687"/>
          </a:xfrm>
          <a:prstGeom prst="rect">
            <a:avLst/>
          </a:prstGeom>
        </p:spPr>
        <p:txBody>
          <a:bodyPr anchor="b"/>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1004908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869918" y="2489200"/>
            <a:ext cx="3633502" cy="759290"/>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66440" y="3248490"/>
            <a:ext cx="3636980" cy="2771311"/>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4640581" y="2489200"/>
            <a:ext cx="3636979" cy="756635"/>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4640581" y="3245835"/>
            <a:ext cx="3636980" cy="2773967"/>
          </a:xfrm>
        </p:spPr>
        <p:txBody>
          <a:bodyP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4/1/2026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7678616" y="295730"/>
            <a:ext cx="791308" cy="767687"/>
          </a:xfrm>
          <a:prstGeom prst="rect">
            <a:avLst/>
          </a:prstGeom>
        </p:spPr>
        <p:txBody>
          <a:bodyPr anchor="b"/>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434449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4/1/2026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7678616" y="295730"/>
            <a:ext cx="791308" cy="767687"/>
          </a:xfrm>
          <a:prstGeom prst="rect">
            <a:avLst/>
          </a:prstGeom>
        </p:spPr>
        <p:txBody>
          <a:bodyPr anchor="b"/>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2726586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Date Placeholder 1"/>
          <p:cNvSpPr>
            <a:spLocks noGrp="1"/>
          </p:cNvSpPr>
          <p:nvPr>
            <p:ph type="dt" sz="half" idx="10"/>
          </p:nvPr>
        </p:nvSpPr>
        <p:spPr/>
        <p:txBody>
          <a:bodyPr/>
          <a:lstStyle/>
          <a:p>
            <a:fld id="{5BCAD085-E8A6-8845-BD4E-CB4CCA059FC4}" type="datetimeFigureOut">
              <a:rPr lang="en-US" smtClean="0"/>
              <a:t>4/1/2026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7678616" y="295730"/>
            <a:ext cx="791308" cy="767687"/>
          </a:xfrm>
          <a:prstGeom prst="rect">
            <a:avLst/>
          </a:prstGeom>
        </p:spPr>
        <p:txBody>
          <a:bodyPr/>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20892225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grpSp>
        <p:nvGrpSpPr>
          <p:cNvPr id="8" name="Group 7"/>
          <p:cNvGrpSpPr/>
          <p:nvPr/>
        </p:nvGrpSpPr>
        <p:grpSpPr>
          <a:xfrm>
            <a:off x="-1588" y="0"/>
            <a:ext cx="9145588" cy="6860798"/>
            <a:chOff x="-1588" y="0"/>
            <a:chExt cx="9145588" cy="6860798"/>
          </a:xfrm>
        </p:grpSpPr>
        <p:sp>
          <p:nvSpPr>
            <p:cNvPr id="13" name="Rectangle 12"/>
            <p:cNvSpPr/>
            <p:nvPr/>
          </p:nvSpPr>
          <p:spPr>
            <a:xfrm>
              <a:off x="0" y="0"/>
              <a:ext cx="9118832"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rcRect/>
              <a:stretch>
                <a:fillRect l="-16713" r="-16989"/>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629943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5689832" y="0"/>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6299432" y="5870198"/>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1588"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5283673" y="402165"/>
              <a:ext cx="3465769"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2" name="Freeform 11"/>
            <p:cNvSpPr/>
            <p:nvPr/>
          </p:nvSpPr>
          <p:spPr bwMode="gray">
            <a:xfrm rot="16200000">
              <a:off x="2548536" y="1765596"/>
              <a:ext cx="5995993" cy="3326809"/>
            </a:xfrm>
            <a:custGeom>
              <a:avLst/>
              <a:gdLst/>
              <a:ahLst/>
              <a:cxnLst/>
              <a:rect l="0" t="0" r="r" b="b"/>
              <a:pathLst>
                <a:path w="4960" h="2752">
                  <a:moveTo>
                    <a:pt x="0" y="0"/>
                  </a:moveTo>
                  <a:lnTo>
                    <a:pt x="0" y="324"/>
                  </a:lnTo>
                  <a:lnTo>
                    <a:pt x="0" y="1992"/>
                  </a:lnTo>
                  <a:lnTo>
                    <a:pt x="0" y="2752"/>
                  </a:lnTo>
                  <a:lnTo>
                    <a:pt x="4960" y="2752"/>
                  </a:lnTo>
                  <a:lnTo>
                    <a:pt x="4960" y="1992"/>
                  </a:lnTo>
                  <a:lnTo>
                    <a:pt x="4960" y="324"/>
                  </a:lnTo>
                  <a:lnTo>
                    <a:pt x="4960" y="0"/>
                  </a:lnTo>
                  <a:lnTo>
                    <a:pt x="4960" y="0"/>
                  </a:lnTo>
                  <a:lnTo>
                    <a:pt x="4734" y="34"/>
                  </a:lnTo>
                  <a:lnTo>
                    <a:pt x="4510" y="64"/>
                  </a:lnTo>
                  <a:lnTo>
                    <a:pt x="4284" y="90"/>
                  </a:lnTo>
                  <a:lnTo>
                    <a:pt x="4060" y="114"/>
                  </a:lnTo>
                  <a:lnTo>
                    <a:pt x="3836" y="132"/>
                  </a:lnTo>
                  <a:lnTo>
                    <a:pt x="3614" y="146"/>
                  </a:lnTo>
                  <a:lnTo>
                    <a:pt x="3392" y="158"/>
                  </a:lnTo>
                  <a:lnTo>
                    <a:pt x="3174" y="166"/>
                  </a:lnTo>
                  <a:lnTo>
                    <a:pt x="2960" y="172"/>
                  </a:lnTo>
                  <a:lnTo>
                    <a:pt x="2748" y="174"/>
                  </a:lnTo>
                  <a:lnTo>
                    <a:pt x="2542" y="174"/>
                  </a:lnTo>
                  <a:lnTo>
                    <a:pt x="2338" y="174"/>
                  </a:lnTo>
                  <a:lnTo>
                    <a:pt x="2140" y="170"/>
                  </a:lnTo>
                  <a:lnTo>
                    <a:pt x="1948" y="164"/>
                  </a:lnTo>
                  <a:lnTo>
                    <a:pt x="1762" y="156"/>
                  </a:lnTo>
                  <a:lnTo>
                    <a:pt x="1582" y="148"/>
                  </a:lnTo>
                  <a:lnTo>
                    <a:pt x="1410" y="138"/>
                  </a:lnTo>
                  <a:lnTo>
                    <a:pt x="1244" y="128"/>
                  </a:lnTo>
                  <a:lnTo>
                    <a:pt x="1088" y="116"/>
                  </a:lnTo>
                  <a:lnTo>
                    <a:pt x="938" y="104"/>
                  </a:lnTo>
                  <a:lnTo>
                    <a:pt x="668" y="78"/>
                  </a:lnTo>
                  <a:lnTo>
                    <a:pt x="438" y="54"/>
                  </a:lnTo>
                  <a:lnTo>
                    <a:pt x="254" y="34"/>
                  </a:lnTo>
                  <a:lnTo>
                    <a:pt x="116" y="16"/>
                  </a:lnTo>
                  <a:lnTo>
                    <a:pt x="0" y="0"/>
                  </a:lnTo>
                  <a:lnTo>
                    <a:pt x="0" y="0"/>
                  </a:lnTo>
                  <a:close/>
                </a:path>
              </a:pathLst>
            </a:custGeom>
            <a:solidFill>
              <a:schemeClr val="bg1"/>
            </a:solidFill>
            <a:ln>
              <a:noFill/>
            </a:ln>
          </p:spPr>
        </p:sp>
        <p:sp>
          <p:nvSpPr>
            <p:cNvPr id="22" name="Freeform 5"/>
            <p:cNvSpPr/>
            <p:nvPr/>
          </p:nvSpPr>
          <p:spPr bwMode="gray">
            <a:xfrm rot="15687606">
              <a:off x="2769747" y="1458373"/>
              <a:ext cx="2377690" cy="317748"/>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a:spLocks noEditPoints="1"/>
            </p:cNvSpPr>
            <p:nvPr/>
          </p:nvSpPr>
          <p:spPr bwMode="gray">
            <a:xfrm>
              <a:off x="0" y="0"/>
              <a:ext cx="9144000" cy="6858000"/>
            </a:xfrm>
            <a:custGeom>
              <a:avLst/>
              <a:gdLst/>
              <a:ahLst/>
              <a:cxnLst/>
              <a:rect l="0" t="0" r="r" b="b"/>
              <a:pathLst>
                <a:path w="5760" h="4320">
                  <a:moveTo>
                    <a:pt x="0" y="0"/>
                  </a:moveTo>
                  <a:lnTo>
                    <a:pt x="0" y="4320"/>
                  </a:lnTo>
                  <a:lnTo>
                    <a:pt x="5760" y="4320"/>
                  </a:lnTo>
                  <a:lnTo>
                    <a:pt x="5760" y="0"/>
                  </a:lnTo>
                  <a:lnTo>
                    <a:pt x="0" y="0"/>
                  </a:lnTo>
                  <a:close/>
                  <a:moveTo>
                    <a:pt x="5444" y="4004"/>
                  </a:moveTo>
                  <a:lnTo>
                    <a:pt x="324" y="4004"/>
                  </a:lnTo>
                  <a:lnTo>
                    <a:pt x="324" y="324"/>
                  </a:lnTo>
                  <a:lnTo>
                    <a:pt x="5444" y="324"/>
                  </a:lnTo>
                  <a:lnTo>
                    <a:pt x="5444" y="400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title"/>
          </p:nvPr>
        </p:nvSpPr>
        <p:spPr>
          <a:xfrm>
            <a:off x="866440" y="1447800"/>
            <a:ext cx="2712590" cy="1495588"/>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4568927" y="1447800"/>
            <a:ext cx="3632850" cy="4572000"/>
          </a:xfrm>
        </p:spPr>
        <p:txBody>
          <a:bodyPr anchor="ctr">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bwMode="gray">
          <a:xfrm>
            <a:off x="866441" y="3086845"/>
            <a:ext cx="2712589" cy="2933701"/>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9" name="Rectangle 8"/>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a:xfrm>
            <a:off x="7678616" y="295730"/>
            <a:ext cx="791308" cy="767687"/>
          </a:xfrm>
          <a:prstGeom prst="rect">
            <a:avLst/>
          </a:prstGeom>
        </p:spPr>
        <p:txBody>
          <a:bodyPr/>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29614759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1588" y="0"/>
            <a:ext cx="9145588" cy="6860798"/>
            <a:chOff x="-1588" y="0"/>
            <a:chExt cx="9145588" cy="6860798"/>
          </a:xfrm>
        </p:grpSpPr>
        <p:sp>
          <p:nvSpPr>
            <p:cNvPr id="13" name="Rectangle 12"/>
            <p:cNvSpPr/>
            <p:nvPr/>
          </p:nvSpPr>
          <p:spPr>
            <a:xfrm>
              <a:off x="0" y="0"/>
              <a:ext cx="9118832"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rcRect/>
              <a:stretch>
                <a:fillRect l="-16713" r="-16989"/>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629943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5689832" y="0"/>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6299432" y="5870198"/>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1588"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5283673" y="402165"/>
              <a:ext cx="3465769"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2" name="Freeform 11"/>
            <p:cNvSpPr/>
            <p:nvPr/>
          </p:nvSpPr>
          <p:spPr bwMode="gray">
            <a:xfrm rot="16200000">
              <a:off x="2852610" y="1765596"/>
              <a:ext cx="5995993" cy="3326809"/>
            </a:xfrm>
            <a:custGeom>
              <a:avLst/>
              <a:gdLst/>
              <a:ahLst/>
              <a:cxnLst/>
              <a:rect l="0" t="0" r="r" b="b"/>
              <a:pathLst>
                <a:path w="4960" h="2752">
                  <a:moveTo>
                    <a:pt x="0" y="0"/>
                  </a:moveTo>
                  <a:lnTo>
                    <a:pt x="0" y="324"/>
                  </a:lnTo>
                  <a:lnTo>
                    <a:pt x="0" y="1992"/>
                  </a:lnTo>
                  <a:lnTo>
                    <a:pt x="0" y="2752"/>
                  </a:lnTo>
                  <a:lnTo>
                    <a:pt x="4960" y="2752"/>
                  </a:lnTo>
                  <a:lnTo>
                    <a:pt x="4960" y="1992"/>
                  </a:lnTo>
                  <a:lnTo>
                    <a:pt x="4960" y="324"/>
                  </a:lnTo>
                  <a:lnTo>
                    <a:pt x="4960" y="0"/>
                  </a:lnTo>
                  <a:lnTo>
                    <a:pt x="4960" y="0"/>
                  </a:lnTo>
                  <a:lnTo>
                    <a:pt x="4734" y="34"/>
                  </a:lnTo>
                  <a:lnTo>
                    <a:pt x="4510" y="64"/>
                  </a:lnTo>
                  <a:lnTo>
                    <a:pt x="4284" y="90"/>
                  </a:lnTo>
                  <a:lnTo>
                    <a:pt x="4060" y="114"/>
                  </a:lnTo>
                  <a:lnTo>
                    <a:pt x="3836" y="132"/>
                  </a:lnTo>
                  <a:lnTo>
                    <a:pt x="3614" y="146"/>
                  </a:lnTo>
                  <a:lnTo>
                    <a:pt x="3392" y="158"/>
                  </a:lnTo>
                  <a:lnTo>
                    <a:pt x="3174" y="166"/>
                  </a:lnTo>
                  <a:lnTo>
                    <a:pt x="2960" y="172"/>
                  </a:lnTo>
                  <a:lnTo>
                    <a:pt x="2748" y="174"/>
                  </a:lnTo>
                  <a:lnTo>
                    <a:pt x="2542" y="174"/>
                  </a:lnTo>
                  <a:lnTo>
                    <a:pt x="2338" y="174"/>
                  </a:lnTo>
                  <a:lnTo>
                    <a:pt x="2140" y="170"/>
                  </a:lnTo>
                  <a:lnTo>
                    <a:pt x="1948" y="164"/>
                  </a:lnTo>
                  <a:lnTo>
                    <a:pt x="1762" y="156"/>
                  </a:lnTo>
                  <a:lnTo>
                    <a:pt x="1582" y="148"/>
                  </a:lnTo>
                  <a:lnTo>
                    <a:pt x="1410" y="138"/>
                  </a:lnTo>
                  <a:lnTo>
                    <a:pt x="1244" y="128"/>
                  </a:lnTo>
                  <a:lnTo>
                    <a:pt x="1088" y="116"/>
                  </a:lnTo>
                  <a:lnTo>
                    <a:pt x="938" y="104"/>
                  </a:lnTo>
                  <a:lnTo>
                    <a:pt x="668" y="78"/>
                  </a:lnTo>
                  <a:lnTo>
                    <a:pt x="438" y="54"/>
                  </a:lnTo>
                  <a:lnTo>
                    <a:pt x="254" y="34"/>
                  </a:lnTo>
                  <a:lnTo>
                    <a:pt x="116" y="16"/>
                  </a:lnTo>
                  <a:lnTo>
                    <a:pt x="0" y="0"/>
                  </a:lnTo>
                  <a:lnTo>
                    <a:pt x="0" y="0"/>
                  </a:lnTo>
                  <a:close/>
                </a:path>
              </a:pathLst>
            </a:custGeom>
            <a:solidFill>
              <a:schemeClr val="bg1"/>
            </a:solidFill>
            <a:ln>
              <a:noFill/>
            </a:ln>
          </p:spPr>
        </p:sp>
        <p:sp>
          <p:nvSpPr>
            <p:cNvPr id="24" name="Freeform 5"/>
            <p:cNvSpPr/>
            <p:nvPr/>
          </p:nvSpPr>
          <p:spPr bwMode="gray">
            <a:xfrm rot="15687606">
              <a:off x="3074559" y="1458373"/>
              <a:ext cx="2377690" cy="317748"/>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a:spLocks noEditPoints="1"/>
            </p:cNvSpPr>
            <p:nvPr/>
          </p:nvSpPr>
          <p:spPr bwMode="gray">
            <a:xfrm>
              <a:off x="0" y="0"/>
              <a:ext cx="9144000" cy="6858000"/>
            </a:xfrm>
            <a:custGeom>
              <a:avLst/>
              <a:gdLst/>
              <a:ahLst/>
              <a:cxnLst/>
              <a:rect l="0" t="0" r="r" b="b"/>
              <a:pathLst>
                <a:path w="5760" h="4320">
                  <a:moveTo>
                    <a:pt x="0" y="0"/>
                  </a:moveTo>
                  <a:lnTo>
                    <a:pt x="0" y="4320"/>
                  </a:lnTo>
                  <a:lnTo>
                    <a:pt x="5760" y="4320"/>
                  </a:lnTo>
                  <a:lnTo>
                    <a:pt x="5760" y="0"/>
                  </a:lnTo>
                  <a:lnTo>
                    <a:pt x="0" y="0"/>
                  </a:lnTo>
                  <a:close/>
                  <a:moveTo>
                    <a:pt x="5444" y="4004"/>
                  </a:moveTo>
                  <a:lnTo>
                    <a:pt x="324" y="4004"/>
                  </a:lnTo>
                  <a:lnTo>
                    <a:pt x="324" y="324"/>
                  </a:lnTo>
                  <a:lnTo>
                    <a:pt x="5444" y="324"/>
                  </a:lnTo>
                  <a:lnTo>
                    <a:pt x="5444" y="400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title"/>
          </p:nvPr>
        </p:nvSpPr>
        <p:spPr>
          <a:xfrm>
            <a:off x="866440" y="1381390"/>
            <a:ext cx="2987089" cy="157480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4722909" y="1320800"/>
            <a:ext cx="2791102" cy="42164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866440" y="3086100"/>
            <a:ext cx="2987089" cy="24511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10" name="Rectangle 9"/>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a:xfrm>
            <a:off x="7678616" y="295730"/>
            <a:ext cx="791308" cy="767687"/>
          </a:xfrm>
          <a:prstGeom prst="rect">
            <a:avLst/>
          </a:prstGeom>
        </p:spPr>
        <p:txBody>
          <a:bodyPr/>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21302436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Panoramic Picture with Caption">
    <p:spTree>
      <p:nvGrpSpPr>
        <p:cNvPr id="1" name=""/>
        <p:cNvGrpSpPr/>
        <p:nvPr/>
      </p:nvGrpSpPr>
      <p:grpSpPr>
        <a:xfrm>
          <a:off x="0" y="0"/>
          <a:ext cx="0" cy="0"/>
          <a:chOff x="0" y="0"/>
          <a:chExt cx="0" cy="0"/>
        </a:xfrm>
      </p:grpSpPr>
      <p:grpSp>
        <p:nvGrpSpPr>
          <p:cNvPr id="8" name="Group 7"/>
          <p:cNvGrpSpPr/>
          <p:nvPr/>
        </p:nvGrpSpPr>
        <p:grpSpPr>
          <a:xfrm>
            <a:off x="-1588" y="0"/>
            <a:ext cx="9145588" cy="6860798"/>
            <a:chOff x="-1588" y="0"/>
            <a:chExt cx="9145588" cy="6860798"/>
          </a:xfrm>
        </p:grpSpPr>
        <p:sp>
          <p:nvSpPr>
            <p:cNvPr id="12" name="Rectangle 11"/>
            <p:cNvSpPr/>
            <p:nvPr/>
          </p:nvSpPr>
          <p:spPr>
            <a:xfrm>
              <a:off x="0" y="0"/>
              <a:ext cx="9118832"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rcRect/>
              <a:stretch>
                <a:fillRect l="-16713" r="-16989"/>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Oval 13"/>
            <p:cNvSpPr/>
            <p:nvPr/>
          </p:nvSpPr>
          <p:spPr>
            <a:xfrm>
              <a:off x="629943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5689832" y="0"/>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6299432" y="5870198"/>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1588"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Freeform 5"/>
            <p:cNvSpPr/>
            <p:nvPr/>
          </p:nvSpPr>
          <p:spPr bwMode="gray">
            <a:xfrm rot="10204164">
              <a:off x="426788" y="4564241"/>
              <a:ext cx="2377690" cy="317748"/>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6" name="Rectangle 15"/>
            <p:cNvSpPr/>
            <p:nvPr/>
          </p:nvSpPr>
          <p:spPr>
            <a:xfrm>
              <a:off x="421503" y="402165"/>
              <a:ext cx="8327939" cy="3141135"/>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10"/>
            <p:cNvSpPr/>
            <p:nvPr/>
          </p:nvSpPr>
          <p:spPr bwMode="gray">
            <a:xfrm rot="10800000">
              <a:off x="485023" y="2670079"/>
              <a:ext cx="8182128" cy="2130508"/>
            </a:xfrm>
            <a:custGeom>
              <a:avLst/>
              <a:gdLst/>
              <a:ahLst/>
              <a:cxnLst/>
              <a:rect l="l" t="t" r="r" b="b"/>
              <a:pathLst>
                <a:path w="10000" h="9621">
                  <a:moveTo>
                    <a:pt x="0" y="0"/>
                  </a:moveTo>
                  <a:lnTo>
                    <a:pt x="0" y="2411"/>
                  </a:lnTo>
                  <a:lnTo>
                    <a:pt x="0" y="9586"/>
                  </a:lnTo>
                  <a:lnTo>
                    <a:pt x="0" y="9621"/>
                  </a:lnTo>
                  <a:lnTo>
                    <a:pt x="10000" y="9585"/>
                  </a:lnTo>
                  <a:cubicBezTo>
                    <a:pt x="9997" y="8144"/>
                    <a:pt x="10003" y="9571"/>
                    <a:pt x="10000" y="9586"/>
                  </a:cubicBezTo>
                  <a:cubicBezTo>
                    <a:pt x="9997" y="7194"/>
                    <a:pt x="9993" y="4803"/>
                    <a:pt x="9990" y="2411"/>
                  </a:cubicBezTo>
                  <a:lnTo>
                    <a:pt x="9990" y="0"/>
                  </a:lnTo>
                  <a:lnTo>
                    <a:pt x="9990" y="0"/>
                  </a:lnTo>
                  <a:lnTo>
                    <a:pt x="9534" y="253"/>
                  </a:lnTo>
                  <a:lnTo>
                    <a:pt x="9084" y="477"/>
                  </a:lnTo>
                  <a:lnTo>
                    <a:pt x="8628" y="669"/>
                  </a:lnTo>
                  <a:lnTo>
                    <a:pt x="8177" y="847"/>
                  </a:lnTo>
                  <a:lnTo>
                    <a:pt x="7726" y="984"/>
                  </a:lnTo>
                  <a:lnTo>
                    <a:pt x="7279" y="1087"/>
                  </a:lnTo>
                  <a:lnTo>
                    <a:pt x="6832" y="1176"/>
                  </a:lnTo>
                  <a:lnTo>
                    <a:pt x="6393" y="1236"/>
                  </a:lnTo>
                  <a:lnTo>
                    <a:pt x="5962" y="1279"/>
                  </a:lnTo>
                  <a:lnTo>
                    <a:pt x="5534" y="1294"/>
                  </a:lnTo>
                  <a:lnTo>
                    <a:pt x="5120" y="1294"/>
                  </a:lnTo>
                  <a:lnTo>
                    <a:pt x="4709" y="1294"/>
                  </a:lnTo>
                  <a:lnTo>
                    <a:pt x="4311" y="1266"/>
                  </a:lnTo>
                  <a:lnTo>
                    <a:pt x="3923" y="1221"/>
                  </a:lnTo>
                  <a:lnTo>
                    <a:pt x="3548" y="1161"/>
                  </a:lnTo>
                  <a:lnTo>
                    <a:pt x="3187" y="1101"/>
                  </a:lnTo>
                  <a:lnTo>
                    <a:pt x="2840" y="1026"/>
                  </a:lnTo>
                  <a:lnTo>
                    <a:pt x="2505" y="954"/>
                  </a:lnTo>
                  <a:lnTo>
                    <a:pt x="2192" y="865"/>
                  </a:lnTo>
                  <a:lnTo>
                    <a:pt x="1889" y="775"/>
                  </a:lnTo>
                  <a:lnTo>
                    <a:pt x="1346" y="579"/>
                  </a:lnTo>
                  <a:lnTo>
                    <a:pt x="882" y="400"/>
                  </a:lnTo>
                  <a:lnTo>
                    <a:pt x="511" y="253"/>
                  </a:lnTo>
                  <a:lnTo>
                    <a:pt x="234" y="118"/>
                  </a:lnTo>
                  <a:lnTo>
                    <a:pt x="0" y="0"/>
                  </a:lnTo>
                  <a:lnTo>
                    <a:pt x="0" y="0"/>
                  </a:lnTo>
                  <a:close/>
                </a:path>
              </a:pathLst>
            </a:custGeom>
            <a:solidFill>
              <a:schemeClr val="bg1"/>
            </a:solidFill>
            <a:ln>
              <a:noFill/>
            </a:ln>
          </p:spPr>
        </p:sp>
        <p:sp>
          <p:nvSpPr>
            <p:cNvPr id="20" name="Freeform 5"/>
            <p:cNvSpPr>
              <a:spLocks noEditPoints="1"/>
            </p:cNvSpPr>
            <p:nvPr/>
          </p:nvSpPr>
          <p:spPr bwMode="gray">
            <a:xfrm>
              <a:off x="0" y="0"/>
              <a:ext cx="9144000" cy="6858000"/>
            </a:xfrm>
            <a:custGeom>
              <a:avLst/>
              <a:gdLst/>
              <a:ahLst/>
              <a:cxnLst/>
              <a:rect l="0" t="0" r="r" b="b"/>
              <a:pathLst>
                <a:path w="5760" h="4320">
                  <a:moveTo>
                    <a:pt x="0" y="0"/>
                  </a:moveTo>
                  <a:lnTo>
                    <a:pt x="0" y="4320"/>
                  </a:lnTo>
                  <a:lnTo>
                    <a:pt x="5760" y="4320"/>
                  </a:lnTo>
                  <a:lnTo>
                    <a:pt x="5760" y="0"/>
                  </a:lnTo>
                  <a:lnTo>
                    <a:pt x="0" y="0"/>
                  </a:lnTo>
                  <a:close/>
                  <a:moveTo>
                    <a:pt x="5444" y="4004"/>
                  </a:moveTo>
                  <a:lnTo>
                    <a:pt x="324" y="4004"/>
                  </a:lnTo>
                  <a:lnTo>
                    <a:pt x="324" y="324"/>
                  </a:lnTo>
                  <a:lnTo>
                    <a:pt x="5444" y="324"/>
                  </a:lnTo>
                  <a:lnTo>
                    <a:pt x="5444" y="400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title"/>
          </p:nvPr>
        </p:nvSpPr>
        <p:spPr>
          <a:xfrm>
            <a:off x="866441" y="4961454"/>
            <a:ext cx="6422004"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866441" y="685800"/>
            <a:ext cx="6422004"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bwMode="gray">
          <a:xfrm>
            <a:off x="866440" y="5528192"/>
            <a:ext cx="6422004"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4/1/2026</a:t>
            </a:fld>
            <a:endParaRPr lang="en-US"/>
          </a:p>
        </p:txBody>
      </p:sp>
      <p:sp>
        <p:nvSpPr>
          <p:cNvPr id="6" name="Footer Placeholder 5"/>
          <p:cNvSpPr>
            <a:spLocks noGrp="1"/>
          </p:cNvSpPr>
          <p:nvPr>
            <p:ph type="ftr" sz="quarter" idx="11"/>
          </p:nvPr>
        </p:nvSpPr>
        <p:spPr/>
        <p:txBody>
          <a:bodyPr/>
          <a:lstStyle/>
          <a:p>
            <a:endParaRPr lang="en-US"/>
          </a:p>
        </p:txBody>
      </p:sp>
      <p:sp>
        <p:nvSpPr>
          <p:cNvPr id="10" name="Rectangle 9"/>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a:xfrm>
            <a:off x="7678616" y="295730"/>
            <a:ext cx="791308" cy="767687"/>
          </a:xfrm>
          <a:prstGeom prst="rect">
            <a:avLst/>
          </a:prstGeom>
        </p:spPr>
        <p:txBody>
          <a:bodyPr/>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30718696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grpSp>
        <p:nvGrpSpPr>
          <p:cNvPr id="3" name="Group 2"/>
          <p:cNvGrpSpPr/>
          <p:nvPr/>
        </p:nvGrpSpPr>
        <p:grpSpPr>
          <a:xfrm>
            <a:off x="-1588" y="0"/>
            <a:ext cx="9145588" cy="6860798"/>
            <a:chOff x="-1588" y="0"/>
            <a:chExt cx="9145588" cy="6860798"/>
          </a:xfrm>
        </p:grpSpPr>
        <p:sp>
          <p:nvSpPr>
            <p:cNvPr id="12" name="Rectangle 11"/>
            <p:cNvSpPr/>
            <p:nvPr/>
          </p:nvSpPr>
          <p:spPr>
            <a:xfrm>
              <a:off x="0" y="0"/>
              <a:ext cx="9118832"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rcRect/>
              <a:stretch>
                <a:fillRect l="-16713" r="-16989"/>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629943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5689832" y="0"/>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6299432" y="5870198"/>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1588"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21010068">
              <a:off x="6359946" y="2780895"/>
              <a:ext cx="2377690" cy="317748"/>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9" name="Rectangle 8"/>
            <p:cNvSpPr/>
            <p:nvPr/>
          </p:nvSpPr>
          <p:spPr>
            <a:xfrm>
              <a:off x="485023" y="4343399"/>
              <a:ext cx="8182128" cy="2112436"/>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10"/>
            <p:cNvSpPr/>
            <p:nvPr/>
          </p:nvSpPr>
          <p:spPr bwMode="gray">
            <a:xfrm>
              <a:off x="485023" y="2854646"/>
              <a:ext cx="8182128" cy="2130508"/>
            </a:xfrm>
            <a:custGeom>
              <a:avLst/>
              <a:gdLst/>
              <a:ahLst/>
              <a:cxnLst/>
              <a:rect l="l" t="t" r="r" b="b"/>
              <a:pathLst>
                <a:path w="10000" h="9621">
                  <a:moveTo>
                    <a:pt x="0" y="0"/>
                  </a:moveTo>
                  <a:lnTo>
                    <a:pt x="0" y="2411"/>
                  </a:lnTo>
                  <a:lnTo>
                    <a:pt x="0" y="9586"/>
                  </a:lnTo>
                  <a:lnTo>
                    <a:pt x="0" y="9621"/>
                  </a:lnTo>
                  <a:lnTo>
                    <a:pt x="10000" y="9585"/>
                  </a:lnTo>
                  <a:cubicBezTo>
                    <a:pt x="9997" y="8144"/>
                    <a:pt x="10003" y="9571"/>
                    <a:pt x="10000" y="9586"/>
                  </a:cubicBezTo>
                  <a:cubicBezTo>
                    <a:pt x="9997" y="7194"/>
                    <a:pt x="9993" y="4803"/>
                    <a:pt x="9990" y="2411"/>
                  </a:cubicBezTo>
                  <a:lnTo>
                    <a:pt x="9990" y="0"/>
                  </a:lnTo>
                  <a:lnTo>
                    <a:pt x="9990" y="0"/>
                  </a:lnTo>
                  <a:lnTo>
                    <a:pt x="9534" y="253"/>
                  </a:lnTo>
                  <a:lnTo>
                    <a:pt x="9084" y="477"/>
                  </a:lnTo>
                  <a:lnTo>
                    <a:pt x="8628" y="669"/>
                  </a:lnTo>
                  <a:lnTo>
                    <a:pt x="8177" y="847"/>
                  </a:lnTo>
                  <a:lnTo>
                    <a:pt x="7726" y="984"/>
                  </a:lnTo>
                  <a:lnTo>
                    <a:pt x="7279" y="1087"/>
                  </a:lnTo>
                  <a:lnTo>
                    <a:pt x="6832" y="1176"/>
                  </a:lnTo>
                  <a:lnTo>
                    <a:pt x="6393" y="1236"/>
                  </a:lnTo>
                  <a:lnTo>
                    <a:pt x="5962" y="1279"/>
                  </a:lnTo>
                  <a:lnTo>
                    <a:pt x="5534" y="1294"/>
                  </a:lnTo>
                  <a:lnTo>
                    <a:pt x="5120" y="1294"/>
                  </a:lnTo>
                  <a:lnTo>
                    <a:pt x="4709" y="1294"/>
                  </a:lnTo>
                  <a:lnTo>
                    <a:pt x="4311" y="1266"/>
                  </a:lnTo>
                  <a:lnTo>
                    <a:pt x="3923" y="1221"/>
                  </a:lnTo>
                  <a:lnTo>
                    <a:pt x="3548" y="1161"/>
                  </a:lnTo>
                  <a:lnTo>
                    <a:pt x="3187" y="1101"/>
                  </a:lnTo>
                  <a:lnTo>
                    <a:pt x="2840" y="1026"/>
                  </a:lnTo>
                  <a:lnTo>
                    <a:pt x="2505" y="954"/>
                  </a:lnTo>
                  <a:lnTo>
                    <a:pt x="2192" y="865"/>
                  </a:lnTo>
                  <a:lnTo>
                    <a:pt x="1889" y="775"/>
                  </a:lnTo>
                  <a:lnTo>
                    <a:pt x="1346" y="579"/>
                  </a:lnTo>
                  <a:lnTo>
                    <a:pt x="882" y="400"/>
                  </a:lnTo>
                  <a:lnTo>
                    <a:pt x="511" y="253"/>
                  </a:lnTo>
                  <a:lnTo>
                    <a:pt x="234" y="118"/>
                  </a:lnTo>
                  <a:lnTo>
                    <a:pt x="0" y="0"/>
                  </a:lnTo>
                  <a:lnTo>
                    <a:pt x="0" y="0"/>
                  </a:lnTo>
                  <a:close/>
                </a:path>
              </a:pathLst>
            </a:custGeom>
            <a:solidFill>
              <a:schemeClr val="bg1"/>
            </a:solidFill>
            <a:ln>
              <a:noFill/>
            </a:ln>
          </p:spPr>
        </p:sp>
        <p:sp>
          <p:nvSpPr>
            <p:cNvPr id="19" name="Freeform 5"/>
            <p:cNvSpPr>
              <a:spLocks noEditPoints="1"/>
            </p:cNvSpPr>
            <p:nvPr/>
          </p:nvSpPr>
          <p:spPr bwMode="gray">
            <a:xfrm>
              <a:off x="0" y="0"/>
              <a:ext cx="9144000" cy="6858000"/>
            </a:xfrm>
            <a:custGeom>
              <a:avLst/>
              <a:gdLst/>
              <a:ahLst/>
              <a:cxnLst/>
              <a:rect l="0" t="0" r="r" b="b"/>
              <a:pathLst>
                <a:path w="5760" h="4320">
                  <a:moveTo>
                    <a:pt x="0" y="0"/>
                  </a:moveTo>
                  <a:lnTo>
                    <a:pt x="0" y="4320"/>
                  </a:lnTo>
                  <a:lnTo>
                    <a:pt x="5760" y="4320"/>
                  </a:lnTo>
                  <a:lnTo>
                    <a:pt x="5760" y="0"/>
                  </a:lnTo>
                  <a:lnTo>
                    <a:pt x="0" y="0"/>
                  </a:lnTo>
                  <a:close/>
                  <a:moveTo>
                    <a:pt x="5444" y="4004"/>
                  </a:moveTo>
                  <a:lnTo>
                    <a:pt x="324" y="4004"/>
                  </a:lnTo>
                  <a:lnTo>
                    <a:pt x="324" y="324"/>
                  </a:lnTo>
                  <a:lnTo>
                    <a:pt x="5444" y="324"/>
                  </a:lnTo>
                  <a:lnTo>
                    <a:pt x="5444" y="400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title"/>
          </p:nvPr>
        </p:nvSpPr>
        <p:spPr>
          <a:xfrm>
            <a:off x="866440" y="927100"/>
            <a:ext cx="6422005" cy="1692720"/>
          </a:xfrm>
        </p:spPr>
        <p:txBody>
          <a:bodyPr/>
          <a:lstStyle>
            <a:lvl1pPr>
              <a:defRPr sz="3600"/>
            </a:lvl1pPr>
          </a:lstStyle>
          <a:p>
            <a:r>
              <a:rPr lang="en-US" smtClean="0"/>
              <a:t>Click to edit Master title style</a:t>
            </a:r>
            <a:endParaRPr lang="en-US" dirty="0"/>
          </a:p>
        </p:txBody>
      </p:sp>
      <p:sp>
        <p:nvSpPr>
          <p:cNvPr id="13" name="Text Placeholder 3"/>
          <p:cNvSpPr>
            <a:spLocks noGrp="1"/>
          </p:cNvSpPr>
          <p:nvPr>
            <p:ph type="body" sz="half" idx="2"/>
          </p:nvPr>
        </p:nvSpPr>
        <p:spPr>
          <a:xfrm>
            <a:off x="866440" y="3488023"/>
            <a:ext cx="6422005" cy="2536857"/>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8" name="Rectangle 7"/>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a:xfrm>
            <a:off x="7678616" y="295730"/>
            <a:ext cx="791308" cy="767687"/>
          </a:xfrm>
          <a:prstGeom prst="rect">
            <a:avLst/>
          </a:prstGeom>
        </p:spPr>
        <p:txBody>
          <a:bodyPr/>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38248150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grpSp>
        <p:nvGrpSpPr>
          <p:cNvPr id="3" name="Group 2"/>
          <p:cNvGrpSpPr/>
          <p:nvPr/>
        </p:nvGrpSpPr>
        <p:grpSpPr>
          <a:xfrm>
            <a:off x="-1588" y="0"/>
            <a:ext cx="9145588" cy="6860798"/>
            <a:chOff x="-1588" y="0"/>
            <a:chExt cx="9145588" cy="6860798"/>
          </a:xfrm>
        </p:grpSpPr>
        <p:sp>
          <p:nvSpPr>
            <p:cNvPr id="13" name="Rectangle 12"/>
            <p:cNvSpPr/>
            <p:nvPr/>
          </p:nvSpPr>
          <p:spPr>
            <a:xfrm>
              <a:off x="0" y="0"/>
              <a:ext cx="9118832"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rcRect/>
              <a:stretch>
                <a:fillRect l="-16713" r="-16989"/>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629943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5689832" y="0"/>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6299432" y="5870198"/>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1588"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21010068">
              <a:off x="6359946" y="4309201"/>
              <a:ext cx="2377690" cy="317748"/>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1" name="Freeform 10"/>
            <p:cNvSpPr/>
            <p:nvPr/>
          </p:nvSpPr>
          <p:spPr bwMode="gray">
            <a:xfrm>
              <a:off x="485023" y="4381500"/>
              <a:ext cx="8182128" cy="2130508"/>
            </a:xfrm>
            <a:custGeom>
              <a:avLst/>
              <a:gdLst/>
              <a:ahLst/>
              <a:cxnLst/>
              <a:rect l="l" t="t" r="r" b="b"/>
              <a:pathLst>
                <a:path w="10000" h="9621">
                  <a:moveTo>
                    <a:pt x="0" y="0"/>
                  </a:moveTo>
                  <a:lnTo>
                    <a:pt x="0" y="2411"/>
                  </a:lnTo>
                  <a:lnTo>
                    <a:pt x="0" y="9586"/>
                  </a:lnTo>
                  <a:lnTo>
                    <a:pt x="0" y="9621"/>
                  </a:lnTo>
                  <a:lnTo>
                    <a:pt x="10000" y="9585"/>
                  </a:lnTo>
                  <a:cubicBezTo>
                    <a:pt x="9997" y="8144"/>
                    <a:pt x="10003" y="9571"/>
                    <a:pt x="10000" y="9586"/>
                  </a:cubicBezTo>
                  <a:cubicBezTo>
                    <a:pt x="9997" y="7194"/>
                    <a:pt x="9993" y="4803"/>
                    <a:pt x="9990" y="2411"/>
                  </a:cubicBezTo>
                  <a:lnTo>
                    <a:pt x="9990" y="0"/>
                  </a:lnTo>
                  <a:lnTo>
                    <a:pt x="9990" y="0"/>
                  </a:lnTo>
                  <a:lnTo>
                    <a:pt x="9534" y="253"/>
                  </a:lnTo>
                  <a:lnTo>
                    <a:pt x="9084" y="477"/>
                  </a:lnTo>
                  <a:lnTo>
                    <a:pt x="8628" y="669"/>
                  </a:lnTo>
                  <a:lnTo>
                    <a:pt x="8177" y="847"/>
                  </a:lnTo>
                  <a:lnTo>
                    <a:pt x="7726" y="984"/>
                  </a:lnTo>
                  <a:lnTo>
                    <a:pt x="7279" y="1087"/>
                  </a:lnTo>
                  <a:lnTo>
                    <a:pt x="6832" y="1176"/>
                  </a:lnTo>
                  <a:lnTo>
                    <a:pt x="6393" y="1236"/>
                  </a:lnTo>
                  <a:lnTo>
                    <a:pt x="5962" y="1279"/>
                  </a:lnTo>
                  <a:lnTo>
                    <a:pt x="5534" y="1294"/>
                  </a:lnTo>
                  <a:lnTo>
                    <a:pt x="5120" y="1294"/>
                  </a:lnTo>
                  <a:lnTo>
                    <a:pt x="4709" y="1294"/>
                  </a:lnTo>
                  <a:lnTo>
                    <a:pt x="4311" y="1266"/>
                  </a:lnTo>
                  <a:lnTo>
                    <a:pt x="3923" y="1221"/>
                  </a:lnTo>
                  <a:lnTo>
                    <a:pt x="3548" y="1161"/>
                  </a:lnTo>
                  <a:lnTo>
                    <a:pt x="3187" y="1101"/>
                  </a:lnTo>
                  <a:lnTo>
                    <a:pt x="2840" y="1026"/>
                  </a:lnTo>
                  <a:lnTo>
                    <a:pt x="2505" y="954"/>
                  </a:lnTo>
                  <a:lnTo>
                    <a:pt x="2192" y="865"/>
                  </a:lnTo>
                  <a:lnTo>
                    <a:pt x="1889" y="775"/>
                  </a:lnTo>
                  <a:lnTo>
                    <a:pt x="1346" y="579"/>
                  </a:lnTo>
                  <a:lnTo>
                    <a:pt x="882" y="400"/>
                  </a:lnTo>
                  <a:lnTo>
                    <a:pt x="511" y="253"/>
                  </a:lnTo>
                  <a:lnTo>
                    <a:pt x="234" y="118"/>
                  </a:lnTo>
                  <a:lnTo>
                    <a:pt x="0" y="0"/>
                  </a:lnTo>
                  <a:lnTo>
                    <a:pt x="0" y="0"/>
                  </a:lnTo>
                  <a:close/>
                </a:path>
              </a:pathLst>
            </a:custGeom>
            <a:solidFill>
              <a:schemeClr val="bg1"/>
            </a:solidFill>
            <a:ln>
              <a:noFill/>
            </a:ln>
          </p:spPr>
        </p:sp>
        <p:sp>
          <p:nvSpPr>
            <p:cNvPr id="24" name="Freeform 5"/>
            <p:cNvSpPr>
              <a:spLocks noEditPoints="1"/>
            </p:cNvSpPr>
            <p:nvPr/>
          </p:nvSpPr>
          <p:spPr bwMode="gray">
            <a:xfrm>
              <a:off x="0" y="0"/>
              <a:ext cx="9144000" cy="6858000"/>
            </a:xfrm>
            <a:custGeom>
              <a:avLst/>
              <a:gdLst/>
              <a:ahLst/>
              <a:cxnLst/>
              <a:rect l="0" t="0" r="r" b="b"/>
              <a:pathLst>
                <a:path w="5760" h="4320">
                  <a:moveTo>
                    <a:pt x="0" y="0"/>
                  </a:moveTo>
                  <a:lnTo>
                    <a:pt x="0" y="4320"/>
                  </a:lnTo>
                  <a:lnTo>
                    <a:pt x="5760" y="4320"/>
                  </a:lnTo>
                  <a:lnTo>
                    <a:pt x="5760" y="0"/>
                  </a:lnTo>
                  <a:lnTo>
                    <a:pt x="0" y="0"/>
                  </a:lnTo>
                  <a:close/>
                  <a:moveTo>
                    <a:pt x="5444" y="4004"/>
                  </a:moveTo>
                  <a:lnTo>
                    <a:pt x="324" y="4004"/>
                  </a:lnTo>
                  <a:lnTo>
                    <a:pt x="324" y="324"/>
                  </a:lnTo>
                  <a:lnTo>
                    <a:pt x="5444" y="324"/>
                  </a:lnTo>
                  <a:lnTo>
                    <a:pt x="5444" y="400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3" name="TextBox 22"/>
          <p:cNvSpPr txBox="1"/>
          <p:nvPr/>
        </p:nvSpPr>
        <p:spPr bwMode="gray">
          <a:xfrm>
            <a:off x="647430" y="651690"/>
            <a:ext cx="601591" cy="1323439"/>
          </a:xfrm>
          <a:prstGeom prst="rect">
            <a:avLst/>
          </a:prstGeom>
          <a:noFill/>
        </p:spPr>
        <p:txBody>
          <a:bodyPr wrap="square" rtlCol="0">
            <a:spAutoFit/>
          </a:bodyPr>
          <a:lstStyle/>
          <a:p>
            <a:pPr algn="r"/>
            <a:r>
              <a:rPr lang="en-US" sz="8000" b="0" i="0" dirty="0">
                <a:solidFill>
                  <a:schemeClr val="accent1">
                    <a:lumMod val="60000"/>
                    <a:lumOff val="40000"/>
                  </a:schemeClr>
                </a:solidFill>
                <a:latin typeface="Arial"/>
                <a:cs typeface="Arial"/>
              </a:rPr>
              <a:t>“</a:t>
            </a:r>
          </a:p>
        </p:txBody>
      </p:sp>
      <p:sp>
        <p:nvSpPr>
          <p:cNvPr id="14" name="TextBox 13"/>
          <p:cNvSpPr txBox="1"/>
          <p:nvPr/>
        </p:nvSpPr>
        <p:spPr bwMode="gray">
          <a:xfrm>
            <a:off x="7069418" y="2900292"/>
            <a:ext cx="619063" cy="1323439"/>
          </a:xfrm>
          <a:prstGeom prst="rect">
            <a:avLst/>
          </a:prstGeom>
          <a:noFill/>
        </p:spPr>
        <p:txBody>
          <a:bodyPr wrap="square" rtlCol="0">
            <a:spAutoFit/>
          </a:bodyPr>
          <a:lstStyle/>
          <a:p>
            <a:pPr algn="r"/>
            <a:r>
              <a:rPr lang="en-US" sz="8000" b="0" i="0" dirty="0">
                <a:solidFill>
                  <a:schemeClr val="accent1">
                    <a:lumMod val="60000"/>
                    <a:lumOff val="40000"/>
                  </a:schemeClr>
                </a:solidFill>
                <a:latin typeface="Arial"/>
                <a:cs typeface="Arial"/>
              </a:rPr>
              <a:t>”</a:t>
            </a:r>
          </a:p>
        </p:txBody>
      </p:sp>
      <p:sp>
        <p:nvSpPr>
          <p:cNvPr id="2" name="Title 1"/>
          <p:cNvSpPr>
            <a:spLocks noGrp="1"/>
          </p:cNvSpPr>
          <p:nvPr>
            <p:ph type="title"/>
          </p:nvPr>
        </p:nvSpPr>
        <p:spPr>
          <a:xfrm>
            <a:off x="1128060" y="927099"/>
            <a:ext cx="6160385" cy="2882179"/>
          </a:xfrm>
        </p:spPr>
        <p:txBody>
          <a:bodyPr anchor="ctr"/>
          <a:lstStyle>
            <a:lvl1pPr>
              <a:defRPr sz="3600"/>
            </a:lvl1pPr>
          </a:lstStyle>
          <a:p>
            <a:r>
              <a:rPr lang="en-US" smtClean="0"/>
              <a:t>Click to edit Master title style</a:t>
            </a:r>
            <a:endParaRPr lang="en-US" dirty="0"/>
          </a:p>
        </p:txBody>
      </p:sp>
      <p:sp>
        <p:nvSpPr>
          <p:cNvPr id="17" name="Text Placeholder 3"/>
          <p:cNvSpPr>
            <a:spLocks noGrp="1"/>
          </p:cNvSpPr>
          <p:nvPr>
            <p:ph type="body" sz="half" idx="13"/>
          </p:nvPr>
        </p:nvSpPr>
        <p:spPr bwMode="gray">
          <a:xfrm>
            <a:off x="1387278" y="3809278"/>
            <a:ext cx="5646143" cy="333113"/>
          </a:xfrm>
        </p:spPr>
        <p:txBody>
          <a:bodyPr>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6" name="Text Placeholder 3"/>
          <p:cNvSpPr>
            <a:spLocks noGrp="1"/>
          </p:cNvSpPr>
          <p:nvPr>
            <p:ph type="body" sz="half" idx="2"/>
          </p:nvPr>
        </p:nvSpPr>
        <p:spPr>
          <a:xfrm>
            <a:off x="866440" y="5000816"/>
            <a:ext cx="6343673" cy="1010619"/>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9" name="Rectangle 8"/>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a:xfrm>
            <a:off x="7678616" y="295730"/>
            <a:ext cx="791308" cy="767687"/>
          </a:xfrm>
          <a:prstGeom prst="rect">
            <a:avLst/>
          </a:prstGeom>
        </p:spPr>
        <p:txBody>
          <a:bodyPr/>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9123957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grpSp>
        <p:nvGrpSpPr>
          <p:cNvPr id="9" name="Group 8"/>
          <p:cNvGrpSpPr/>
          <p:nvPr/>
        </p:nvGrpSpPr>
        <p:grpSpPr>
          <a:xfrm>
            <a:off x="-1588" y="0"/>
            <a:ext cx="9145588" cy="6860798"/>
            <a:chOff x="-1588" y="0"/>
            <a:chExt cx="9145588" cy="6860798"/>
          </a:xfrm>
        </p:grpSpPr>
        <p:sp>
          <p:nvSpPr>
            <p:cNvPr id="10" name="Rectangle 9"/>
            <p:cNvSpPr/>
            <p:nvPr/>
          </p:nvSpPr>
          <p:spPr>
            <a:xfrm>
              <a:off x="0" y="0"/>
              <a:ext cx="9118832"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rcRect/>
              <a:stretch>
                <a:fillRect l="-16713" r="-16989"/>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10"/>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2" name="Oval 11"/>
            <p:cNvSpPr/>
            <p:nvPr/>
          </p:nvSpPr>
          <p:spPr>
            <a:xfrm>
              <a:off x="629943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Oval 12"/>
            <p:cNvSpPr/>
            <p:nvPr/>
          </p:nvSpPr>
          <p:spPr>
            <a:xfrm>
              <a:off x="5689832" y="0"/>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Oval 13"/>
            <p:cNvSpPr/>
            <p:nvPr/>
          </p:nvSpPr>
          <p:spPr>
            <a:xfrm>
              <a:off x="6299432" y="5870198"/>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1588"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Freeform 5"/>
            <p:cNvSpPr/>
            <p:nvPr/>
          </p:nvSpPr>
          <p:spPr bwMode="gray">
            <a:xfrm rot="21010068">
              <a:off x="6359946" y="4311243"/>
              <a:ext cx="2377690" cy="317748"/>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7"/>
            <p:cNvSpPr/>
            <p:nvPr/>
          </p:nvSpPr>
          <p:spPr bwMode="gray">
            <a:xfrm>
              <a:off x="485023" y="4381500"/>
              <a:ext cx="8182128" cy="2130508"/>
            </a:xfrm>
            <a:custGeom>
              <a:avLst/>
              <a:gdLst/>
              <a:ahLst/>
              <a:cxnLst/>
              <a:rect l="l" t="t" r="r" b="b"/>
              <a:pathLst>
                <a:path w="10000" h="9621">
                  <a:moveTo>
                    <a:pt x="0" y="0"/>
                  </a:moveTo>
                  <a:lnTo>
                    <a:pt x="0" y="2411"/>
                  </a:lnTo>
                  <a:lnTo>
                    <a:pt x="0" y="9586"/>
                  </a:lnTo>
                  <a:lnTo>
                    <a:pt x="0" y="9621"/>
                  </a:lnTo>
                  <a:lnTo>
                    <a:pt x="10000" y="9585"/>
                  </a:lnTo>
                  <a:cubicBezTo>
                    <a:pt x="9997" y="8144"/>
                    <a:pt x="10003" y="9571"/>
                    <a:pt x="10000" y="9586"/>
                  </a:cubicBezTo>
                  <a:cubicBezTo>
                    <a:pt x="9997" y="7194"/>
                    <a:pt x="9993" y="4803"/>
                    <a:pt x="9990" y="2411"/>
                  </a:cubicBezTo>
                  <a:lnTo>
                    <a:pt x="9990" y="0"/>
                  </a:lnTo>
                  <a:lnTo>
                    <a:pt x="9990" y="0"/>
                  </a:lnTo>
                  <a:lnTo>
                    <a:pt x="9534" y="253"/>
                  </a:lnTo>
                  <a:lnTo>
                    <a:pt x="9084" y="477"/>
                  </a:lnTo>
                  <a:lnTo>
                    <a:pt x="8628" y="669"/>
                  </a:lnTo>
                  <a:lnTo>
                    <a:pt x="8177" y="847"/>
                  </a:lnTo>
                  <a:lnTo>
                    <a:pt x="7726" y="984"/>
                  </a:lnTo>
                  <a:lnTo>
                    <a:pt x="7279" y="1087"/>
                  </a:lnTo>
                  <a:lnTo>
                    <a:pt x="6832" y="1176"/>
                  </a:lnTo>
                  <a:lnTo>
                    <a:pt x="6393" y="1236"/>
                  </a:lnTo>
                  <a:lnTo>
                    <a:pt x="5962" y="1279"/>
                  </a:lnTo>
                  <a:lnTo>
                    <a:pt x="5534" y="1294"/>
                  </a:lnTo>
                  <a:lnTo>
                    <a:pt x="5120" y="1294"/>
                  </a:lnTo>
                  <a:lnTo>
                    <a:pt x="4709" y="1294"/>
                  </a:lnTo>
                  <a:lnTo>
                    <a:pt x="4311" y="1266"/>
                  </a:lnTo>
                  <a:lnTo>
                    <a:pt x="3923" y="1221"/>
                  </a:lnTo>
                  <a:lnTo>
                    <a:pt x="3548" y="1161"/>
                  </a:lnTo>
                  <a:lnTo>
                    <a:pt x="3187" y="1101"/>
                  </a:lnTo>
                  <a:lnTo>
                    <a:pt x="2840" y="1026"/>
                  </a:lnTo>
                  <a:lnTo>
                    <a:pt x="2505" y="954"/>
                  </a:lnTo>
                  <a:lnTo>
                    <a:pt x="2192" y="865"/>
                  </a:lnTo>
                  <a:lnTo>
                    <a:pt x="1889" y="775"/>
                  </a:lnTo>
                  <a:lnTo>
                    <a:pt x="1346" y="579"/>
                  </a:lnTo>
                  <a:lnTo>
                    <a:pt x="882" y="400"/>
                  </a:lnTo>
                  <a:lnTo>
                    <a:pt x="511" y="253"/>
                  </a:lnTo>
                  <a:lnTo>
                    <a:pt x="234" y="118"/>
                  </a:lnTo>
                  <a:lnTo>
                    <a:pt x="0" y="0"/>
                  </a:lnTo>
                  <a:lnTo>
                    <a:pt x="0" y="0"/>
                  </a:lnTo>
                  <a:close/>
                </a:path>
              </a:pathLst>
            </a:custGeom>
            <a:solidFill>
              <a:schemeClr val="bg1"/>
            </a:solidFill>
            <a:ln>
              <a:noFill/>
            </a:ln>
          </p:spPr>
        </p:sp>
        <p:sp>
          <p:nvSpPr>
            <p:cNvPr id="17" name="Freeform 5"/>
            <p:cNvSpPr>
              <a:spLocks noEditPoints="1"/>
            </p:cNvSpPr>
            <p:nvPr/>
          </p:nvSpPr>
          <p:spPr bwMode="gray">
            <a:xfrm>
              <a:off x="0" y="0"/>
              <a:ext cx="9144000" cy="6858000"/>
            </a:xfrm>
            <a:custGeom>
              <a:avLst/>
              <a:gdLst/>
              <a:ahLst/>
              <a:cxnLst/>
              <a:rect l="0" t="0" r="r" b="b"/>
              <a:pathLst>
                <a:path w="5760" h="4320">
                  <a:moveTo>
                    <a:pt x="0" y="0"/>
                  </a:moveTo>
                  <a:lnTo>
                    <a:pt x="0" y="4320"/>
                  </a:lnTo>
                  <a:lnTo>
                    <a:pt x="5760" y="4320"/>
                  </a:lnTo>
                  <a:lnTo>
                    <a:pt x="5760" y="0"/>
                  </a:lnTo>
                  <a:lnTo>
                    <a:pt x="0" y="0"/>
                  </a:lnTo>
                  <a:close/>
                  <a:moveTo>
                    <a:pt x="5444" y="4004"/>
                  </a:moveTo>
                  <a:lnTo>
                    <a:pt x="324" y="4004"/>
                  </a:lnTo>
                  <a:lnTo>
                    <a:pt x="324" y="324"/>
                  </a:lnTo>
                  <a:lnTo>
                    <a:pt x="5444" y="324"/>
                  </a:lnTo>
                  <a:lnTo>
                    <a:pt x="5444" y="400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title"/>
          </p:nvPr>
        </p:nvSpPr>
        <p:spPr>
          <a:xfrm>
            <a:off x="866440" y="2057400"/>
            <a:ext cx="6422005" cy="209550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866441" y="5024908"/>
            <a:ext cx="6422004" cy="994891"/>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4/1/2026</a:t>
            </a:fld>
            <a:endParaRPr lang="en-US"/>
          </a:p>
        </p:txBody>
      </p:sp>
      <p:sp>
        <p:nvSpPr>
          <p:cNvPr id="5" name="Footer Placeholder 4"/>
          <p:cNvSpPr>
            <a:spLocks noGrp="1"/>
          </p:cNvSpPr>
          <p:nvPr>
            <p:ph type="ftr" sz="quarter" idx="11"/>
          </p:nvPr>
        </p:nvSpPr>
        <p:spPr/>
        <p:txBody>
          <a:bodyPr/>
          <a:lstStyle/>
          <a:p>
            <a:endParaRPr lang="en-US"/>
          </a:p>
        </p:txBody>
      </p:sp>
      <p:sp>
        <p:nvSpPr>
          <p:cNvPr id="7" name="Rectangle 6"/>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a:xfrm>
            <a:off x="7678616" y="295730"/>
            <a:ext cx="791308" cy="767687"/>
          </a:xfrm>
          <a:prstGeom prst="rect">
            <a:avLst/>
          </a:prstGeom>
        </p:spPr>
        <p:txBody>
          <a:bodyPr/>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9980139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a:xfrm>
            <a:off x="866440" y="927100"/>
            <a:ext cx="6423593" cy="709864"/>
          </a:xfrm>
        </p:spPr>
        <p:txBody>
          <a:bodyPr/>
          <a:lstStyle>
            <a:lvl1pPr>
              <a:defRPr sz="3200"/>
            </a:lvl1pPr>
          </a:lstStyle>
          <a:p>
            <a:r>
              <a:rPr lang="en-US" smtClean="0"/>
              <a:t>Click to edit Master title style</a:t>
            </a:r>
            <a:endParaRPr lang="en-US" dirty="0"/>
          </a:p>
        </p:txBody>
      </p:sp>
      <p:sp>
        <p:nvSpPr>
          <p:cNvPr id="3" name="Text Placeholder 2"/>
          <p:cNvSpPr>
            <a:spLocks noGrp="1"/>
          </p:cNvSpPr>
          <p:nvPr>
            <p:ph type="body" idx="1"/>
          </p:nvPr>
        </p:nvSpPr>
        <p:spPr>
          <a:xfrm>
            <a:off x="866440" y="2489200"/>
            <a:ext cx="2313432" cy="657962"/>
          </a:xfrm>
        </p:spPr>
        <p:txBody>
          <a:bodyPr anchor="b">
            <a:noAutofit/>
          </a:bodyPr>
          <a:lstStyle>
            <a:lvl1pPr marL="0" indent="0">
              <a:buNone/>
              <a:defRPr sz="20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2" name="Text Placeholder 3"/>
          <p:cNvSpPr>
            <a:spLocks noGrp="1"/>
          </p:cNvSpPr>
          <p:nvPr>
            <p:ph type="body" sz="half" idx="15"/>
          </p:nvPr>
        </p:nvSpPr>
        <p:spPr>
          <a:xfrm>
            <a:off x="866440" y="3147164"/>
            <a:ext cx="2313432" cy="2888366"/>
          </a:xfrm>
        </p:spPr>
        <p:txBody>
          <a:bodyPr anchor="t">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Text Placeholder 4"/>
          <p:cNvSpPr>
            <a:spLocks noGrp="1"/>
          </p:cNvSpPr>
          <p:nvPr>
            <p:ph type="body" sz="quarter" idx="3"/>
          </p:nvPr>
        </p:nvSpPr>
        <p:spPr>
          <a:xfrm>
            <a:off x="3405614" y="2489200"/>
            <a:ext cx="2318918" cy="657962"/>
          </a:xfrm>
        </p:spPr>
        <p:txBody>
          <a:bodyPr anchor="b">
            <a:noAutofit/>
          </a:bodyPr>
          <a:lstStyle>
            <a:lvl1pPr marL="0" indent="0">
              <a:buNone/>
              <a:defRPr sz="20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3" name="Text Placeholder 3"/>
          <p:cNvSpPr>
            <a:spLocks noGrp="1"/>
          </p:cNvSpPr>
          <p:nvPr>
            <p:ph type="body" sz="half" idx="16"/>
          </p:nvPr>
        </p:nvSpPr>
        <p:spPr>
          <a:xfrm>
            <a:off x="3408471" y="3147164"/>
            <a:ext cx="2318918" cy="2888366"/>
          </a:xfrm>
        </p:spPr>
        <p:txBody>
          <a:bodyPr anchor="t">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4" name="Text Placeholder 4"/>
          <p:cNvSpPr>
            <a:spLocks noGrp="1"/>
          </p:cNvSpPr>
          <p:nvPr>
            <p:ph type="body" sz="quarter" idx="13"/>
          </p:nvPr>
        </p:nvSpPr>
        <p:spPr>
          <a:xfrm>
            <a:off x="5958642" y="2489200"/>
            <a:ext cx="2318918" cy="657962"/>
          </a:xfrm>
        </p:spPr>
        <p:txBody>
          <a:bodyPr anchor="b">
            <a:noAutofit/>
          </a:bodyPr>
          <a:lstStyle>
            <a:lvl1pPr marL="0" indent="0">
              <a:buNone/>
              <a:defRPr sz="20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4" name="Text Placeholder 3"/>
          <p:cNvSpPr>
            <a:spLocks noGrp="1"/>
          </p:cNvSpPr>
          <p:nvPr>
            <p:ph type="body" sz="half" idx="17"/>
          </p:nvPr>
        </p:nvSpPr>
        <p:spPr>
          <a:xfrm>
            <a:off x="5960935" y="3147164"/>
            <a:ext cx="2316625" cy="2888366"/>
          </a:xfrm>
        </p:spPr>
        <p:txBody>
          <a:bodyPr anchor="t">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cxnSp>
        <p:nvCxnSpPr>
          <p:cNvPr id="17" name="Straight Connector 16"/>
          <p:cNvCxnSpPr/>
          <p:nvPr/>
        </p:nvCxnSpPr>
        <p:spPr>
          <a:xfrm>
            <a:off x="3294530" y="2489201"/>
            <a:ext cx="0" cy="3546328"/>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5849521" y="2489201"/>
            <a:ext cx="0" cy="3546328"/>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5BCAD085-E8A6-8845-BD4E-CB4CCA059FC4}" type="datetimeFigureOut">
              <a:rPr lang="en-US" smtClean="0"/>
              <a:t>4/1/2026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7678616" y="295730"/>
            <a:ext cx="791308" cy="767687"/>
          </a:xfrm>
          <a:prstGeom prst="rect">
            <a:avLst/>
          </a:prstGeom>
        </p:spPr>
        <p:txBody>
          <a:bodyPr/>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18391580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a:xfrm>
            <a:off x="866440" y="927100"/>
            <a:ext cx="6345260" cy="709864"/>
          </a:xfrm>
        </p:spPr>
        <p:txBody>
          <a:bodyPr/>
          <a:lstStyle>
            <a:lvl1pPr>
              <a:defRPr sz="3200"/>
            </a:lvl1pPr>
          </a:lstStyle>
          <a:p>
            <a:r>
              <a:rPr lang="en-US" smtClean="0"/>
              <a:t>Click to edit Master title style</a:t>
            </a:r>
            <a:endParaRPr lang="en-US" dirty="0"/>
          </a:p>
        </p:txBody>
      </p:sp>
      <p:sp>
        <p:nvSpPr>
          <p:cNvPr id="3" name="Text Placeholder 2"/>
          <p:cNvSpPr>
            <a:spLocks noGrp="1"/>
          </p:cNvSpPr>
          <p:nvPr>
            <p:ph type="body" idx="1"/>
          </p:nvPr>
        </p:nvSpPr>
        <p:spPr>
          <a:xfrm>
            <a:off x="866440" y="4179596"/>
            <a:ext cx="2313432" cy="657962"/>
          </a:xfrm>
        </p:spPr>
        <p:txBody>
          <a:bodyPr anchor="b">
            <a:noAutofit/>
          </a:bodyPr>
          <a:lstStyle>
            <a:lvl1pPr marL="0" indent="0">
              <a:buNone/>
              <a:defRPr sz="20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2" name="Picture Placeholder 2"/>
          <p:cNvSpPr>
            <a:spLocks noGrp="1" noChangeAspect="1"/>
          </p:cNvSpPr>
          <p:nvPr>
            <p:ph type="pic" idx="15"/>
          </p:nvPr>
        </p:nvSpPr>
        <p:spPr>
          <a:xfrm>
            <a:off x="1019055" y="2489200"/>
            <a:ext cx="2015144" cy="1447342"/>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8"/>
          </p:nvPr>
        </p:nvSpPr>
        <p:spPr>
          <a:xfrm>
            <a:off x="866439" y="4837558"/>
            <a:ext cx="2313432" cy="1187321"/>
          </a:xfrm>
        </p:spPr>
        <p:txBody>
          <a:bodyPr anchor="t">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Text Placeholder 4"/>
          <p:cNvSpPr>
            <a:spLocks noGrp="1"/>
          </p:cNvSpPr>
          <p:nvPr>
            <p:ph type="body" sz="quarter" idx="3"/>
          </p:nvPr>
        </p:nvSpPr>
        <p:spPr>
          <a:xfrm>
            <a:off x="3411125" y="4179595"/>
            <a:ext cx="2318918" cy="657962"/>
          </a:xfrm>
        </p:spPr>
        <p:txBody>
          <a:bodyPr anchor="b">
            <a:noAutofit/>
          </a:bodyPr>
          <a:lstStyle>
            <a:lvl1pPr marL="0" indent="0">
              <a:buNone/>
              <a:defRPr sz="20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38" name="Picture Placeholder 2"/>
          <p:cNvSpPr>
            <a:spLocks noGrp="1" noChangeAspect="1"/>
          </p:cNvSpPr>
          <p:nvPr>
            <p:ph type="pic" idx="21"/>
          </p:nvPr>
        </p:nvSpPr>
        <p:spPr>
          <a:xfrm>
            <a:off x="3553189" y="2489200"/>
            <a:ext cx="2015144" cy="1447342"/>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19"/>
          </p:nvPr>
        </p:nvSpPr>
        <p:spPr>
          <a:xfrm>
            <a:off x="3411125" y="4848208"/>
            <a:ext cx="2318918" cy="1187321"/>
          </a:xfrm>
        </p:spPr>
        <p:txBody>
          <a:bodyPr anchor="t">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4" name="Text Placeholder 4"/>
          <p:cNvSpPr>
            <a:spLocks noGrp="1"/>
          </p:cNvSpPr>
          <p:nvPr>
            <p:ph type="body" sz="quarter" idx="13"/>
          </p:nvPr>
        </p:nvSpPr>
        <p:spPr>
          <a:xfrm>
            <a:off x="5958642" y="4179596"/>
            <a:ext cx="2318918" cy="657962"/>
          </a:xfrm>
        </p:spPr>
        <p:txBody>
          <a:bodyPr anchor="b">
            <a:noAutofit/>
          </a:bodyPr>
          <a:lstStyle>
            <a:lvl1pPr marL="0" indent="0">
              <a:buNone/>
              <a:defRPr sz="20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39" name="Picture Placeholder 2"/>
          <p:cNvSpPr>
            <a:spLocks noGrp="1" noChangeAspect="1"/>
          </p:cNvSpPr>
          <p:nvPr>
            <p:ph type="pic" idx="22"/>
          </p:nvPr>
        </p:nvSpPr>
        <p:spPr>
          <a:xfrm>
            <a:off x="6108641" y="2489200"/>
            <a:ext cx="2015144" cy="1447342"/>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7" name="Text Placeholder 3"/>
          <p:cNvSpPr>
            <a:spLocks noGrp="1"/>
          </p:cNvSpPr>
          <p:nvPr>
            <p:ph type="body" sz="half" idx="20"/>
          </p:nvPr>
        </p:nvSpPr>
        <p:spPr>
          <a:xfrm>
            <a:off x="5958642" y="4837558"/>
            <a:ext cx="2318918" cy="1187321"/>
          </a:xfrm>
        </p:spPr>
        <p:txBody>
          <a:bodyPr anchor="t">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cxnSp>
        <p:nvCxnSpPr>
          <p:cNvPr id="40" name="Straight Connector 39"/>
          <p:cNvCxnSpPr/>
          <p:nvPr/>
        </p:nvCxnSpPr>
        <p:spPr>
          <a:xfrm>
            <a:off x="3290019" y="2489201"/>
            <a:ext cx="0" cy="3546328"/>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p:cNvCxnSpPr/>
          <p:nvPr/>
        </p:nvCxnSpPr>
        <p:spPr>
          <a:xfrm>
            <a:off x="5849521" y="2489201"/>
            <a:ext cx="0" cy="3546328"/>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5BCAD085-E8A6-8845-BD4E-CB4CCA059FC4}" type="datetimeFigureOut">
              <a:rPr lang="en-US" smtClean="0"/>
              <a:t>4/1/2026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7678616" y="295730"/>
            <a:ext cx="791308" cy="767687"/>
          </a:xfrm>
          <a:prstGeom prst="rect">
            <a:avLst/>
          </a:prstGeom>
        </p:spPr>
        <p:txBody>
          <a:bodyPr/>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37572329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a:xfrm>
            <a:off x="7621301" y="6387910"/>
            <a:ext cx="990599" cy="228659"/>
          </a:xfrm>
        </p:spPr>
        <p:txBody>
          <a:bodyPr/>
          <a:lstStyle/>
          <a:p>
            <a:fld id="{5BCAD085-E8A6-8845-BD4E-CB4CCA059FC4}" type="datetimeFigureOut">
              <a:rPr lang="en-US" smtClean="0"/>
              <a:t>4/1/2026</a:t>
            </a:fld>
            <a:endParaRPr lang="en-US"/>
          </a:p>
        </p:txBody>
      </p:sp>
      <p:sp>
        <p:nvSpPr>
          <p:cNvPr id="5" name="Footer Placeholder 4"/>
          <p:cNvSpPr>
            <a:spLocks noGrp="1"/>
          </p:cNvSpPr>
          <p:nvPr>
            <p:ph type="ftr" sz="quarter" idx="11"/>
          </p:nvPr>
        </p:nvSpPr>
        <p:spPr>
          <a:xfrm>
            <a:off x="516133" y="6387910"/>
            <a:ext cx="3859795" cy="228660"/>
          </a:xfrm>
        </p:spPr>
        <p:txBody>
          <a:bodyPr/>
          <a:lstStyle/>
          <a:p>
            <a:endParaRPr lang="en-US"/>
          </a:p>
        </p:txBody>
      </p:sp>
      <p:sp>
        <p:nvSpPr>
          <p:cNvPr id="6" name="Slide Number Placeholder 5"/>
          <p:cNvSpPr>
            <a:spLocks noGrp="1"/>
          </p:cNvSpPr>
          <p:nvPr>
            <p:ph type="sldNum" sz="quarter" idx="12"/>
          </p:nvPr>
        </p:nvSpPr>
        <p:spPr>
          <a:xfrm>
            <a:off x="7678616" y="295730"/>
            <a:ext cx="791308" cy="767687"/>
          </a:xfrm>
          <a:prstGeom prst="rect">
            <a:avLst/>
          </a:prstGeom>
        </p:spPr>
        <p:txBody>
          <a:bodyPr/>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297641242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grpSp>
        <p:nvGrpSpPr>
          <p:cNvPr id="7" name="Group 6"/>
          <p:cNvGrpSpPr/>
          <p:nvPr/>
        </p:nvGrpSpPr>
        <p:grpSpPr>
          <a:xfrm>
            <a:off x="-1588" y="0"/>
            <a:ext cx="9120420" cy="6860798"/>
            <a:chOff x="-1588" y="0"/>
            <a:chExt cx="9120420" cy="6860798"/>
          </a:xfrm>
        </p:grpSpPr>
        <p:sp>
          <p:nvSpPr>
            <p:cNvPr id="11" name="Rectangle 10"/>
            <p:cNvSpPr/>
            <p:nvPr/>
          </p:nvSpPr>
          <p:spPr>
            <a:xfrm>
              <a:off x="0" y="0"/>
              <a:ext cx="9118832"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rcRect/>
              <a:stretch>
                <a:fillRect l="-16713" r="-16989"/>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Oval 11"/>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Oval 12"/>
            <p:cNvSpPr/>
            <p:nvPr/>
          </p:nvSpPr>
          <p:spPr>
            <a:xfrm>
              <a:off x="629943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Oval 13"/>
            <p:cNvSpPr/>
            <p:nvPr/>
          </p:nvSpPr>
          <p:spPr>
            <a:xfrm>
              <a:off x="5689832" y="0"/>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6299432" y="5870198"/>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1588"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Freeform 5"/>
            <p:cNvSpPr/>
            <p:nvPr/>
          </p:nvSpPr>
          <p:spPr bwMode="gray">
            <a:xfrm rot="4966650">
              <a:off x="4673046" y="5107506"/>
              <a:ext cx="2377690" cy="317748"/>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grpSp>
      <p:sp>
        <p:nvSpPr>
          <p:cNvPr id="17" name="Rectangle 16"/>
          <p:cNvSpPr/>
          <p:nvPr/>
        </p:nvSpPr>
        <p:spPr>
          <a:xfrm>
            <a:off x="414867" y="402165"/>
            <a:ext cx="46105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0" name="Freeform 9"/>
          <p:cNvSpPr/>
          <p:nvPr/>
        </p:nvSpPr>
        <p:spPr bwMode="gray">
          <a:xfrm rot="5400000">
            <a:off x="1299309" y="1765596"/>
            <a:ext cx="5995993" cy="3326809"/>
          </a:xfrm>
          <a:custGeom>
            <a:avLst/>
            <a:gdLst/>
            <a:ahLst/>
            <a:cxnLst/>
            <a:rect l="0" t="0" r="r" b="b"/>
            <a:pathLst>
              <a:path w="4960" h="2752">
                <a:moveTo>
                  <a:pt x="0" y="0"/>
                </a:moveTo>
                <a:lnTo>
                  <a:pt x="0" y="324"/>
                </a:lnTo>
                <a:lnTo>
                  <a:pt x="0" y="1992"/>
                </a:lnTo>
                <a:lnTo>
                  <a:pt x="0" y="2752"/>
                </a:lnTo>
                <a:lnTo>
                  <a:pt x="4960" y="2752"/>
                </a:lnTo>
                <a:lnTo>
                  <a:pt x="4960" y="1992"/>
                </a:lnTo>
                <a:lnTo>
                  <a:pt x="4960" y="324"/>
                </a:lnTo>
                <a:lnTo>
                  <a:pt x="4960" y="0"/>
                </a:lnTo>
                <a:lnTo>
                  <a:pt x="4960" y="0"/>
                </a:lnTo>
                <a:lnTo>
                  <a:pt x="4734" y="34"/>
                </a:lnTo>
                <a:lnTo>
                  <a:pt x="4510" y="64"/>
                </a:lnTo>
                <a:lnTo>
                  <a:pt x="4284" y="90"/>
                </a:lnTo>
                <a:lnTo>
                  <a:pt x="4060" y="114"/>
                </a:lnTo>
                <a:lnTo>
                  <a:pt x="3836" y="132"/>
                </a:lnTo>
                <a:lnTo>
                  <a:pt x="3614" y="146"/>
                </a:lnTo>
                <a:lnTo>
                  <a:pt x="3392" y="158"/>
                </a:lnTo>
                <a:lnTo>
                  <a:pt x="3174" y="166"/>
                </a:lnTo>
                <a:lnTo>
                  <a:pt x="2960" y="172"/>
                </a:lnTo>
                <a:lnTo>
                  <a:pt x="2748" y="174"/>
                </a:lnTo>
                <a:lnTo>
                  <a:pt x="2542" y="174"/>
                </a:lnTo>
                <a:lnTo>
                  <a:pt x="2338" y="174"/>
                </a:lnTo>
                <a:lnTo>
                  <a:pt x="2140" y="170"/>
                </a:lnTo>
                <a:lnTo>
                  <a:pt x="1948" y="164"/>
                </a:lnTo>
                <a:lnTo>
                  <a:pt x="1762" y="156"/>
                </a:lnTo>
                <a:lnTo>
                  <a:pt x="1582" y="148"/>
                </a:lnTo>
                <a:lnTo>
                  <a:pt x="1410" y="138"/>
                </a:lnTo>
                <a:lnTo>
                  <a:pt x="1244" y="128"/>
                </a:lnTo>
                <a:lnTo>
                  <a:pt x="1088" y="116"/>
                </a:lnTo>
                <a:lnTo>
                  <a:pt x="938" y="104"/>
                </a:lnTo>
                <a:lnTo>
                  <a:pt x="668" y="78"/>
                </a:lnTo>
                <a:lnTo>
                  <a:pt x="438" y="54"/>
                </a:lnTo>
                <a:lnTo>
                  <a:pt x="254" y="34"/>
                </a:lnTo>
                <a:lnTo>
                  <a:pt x="116" y="16"/>
                </a:lnTo>
                <a:lnTo>
                  <a:pt x="0" y="0"/>
                </a:lnTo>
                <a:lnTo>
                  <a:pt x="0" y="0"/>
                </a:lnTo>
                <a:close/>
              </a:path>
            </a:pathLst>
          </a:custGeom>
          <a:solidFill>
            <a:schemeClr val="bg1"/>
          </a:solidFill>
          <a:ln>
            <a:noFill/>
          </a:ln>
        </p:spPr>
      </p:sp>
      <p:sp>
        <p:nvSpPr>
          <p:cNvPr id="18" name="Freeform 5"/>
          <p:cNvSpPr>
            <a:spLocks noEditPoints="1"/>
          </p:cNvSpPr>
          <p:nvPr/>
        </p:nvSpPr>
        <p:spPr bwMode="gray">
          <a:xfrm>
            <a:off x="0" y="0"/>
            <a:ext cx="9144000" cy="6858000"/>
          </a:xfrm>
          <a:custGeom>
            <a:avLst/>
            <a:gdLst/>
            <a:ahLst/>
            <a:cxnLst/>
            <a:rect l="0" t="0" r="r" b="b"/>
            <a:pathLst>
              <a:path w="5760" h="4320">
                <a:moveTo>
                  <a:pt x="0" y="0"/>
                </a:moveTo>
                <a:lnTo>
                  <a:pt x="0" y="4320"/>
                </a:lnTo>
                <a:lnTo>
                  <a:pt x="5760" y="4320"/>
                </a:lnTo>
                <a:lnTo>
                  <a:pt x="5760" y="0"/>
                </a:lnTo>
                <a:lnTo>
                  <a:pt x="0" y="0"/>
                </a:lnTo>
                <a:close/>
                <a:moveTo>
                  <a:pt x="5444" y="4004"/>
                </a:moveTo>
                <a:lnTo>
                  <a:pt x="324" y="4004"/>
                </a:lnTo>
                <a:lnTo>
                  <a:pt x="324" y="324"/>
                </a:lnTo>
                <a:lnTo>
                  <a:pt x="5444" y="324"/>
                </a:lnTo>
                <a:lnTo>
                  <a:pt x="5444" y="400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sp>
      <p:sp>
        <p:nvSpPr>
          <p:cNvPr id="2" name="Vertical Title 1"/>
          <p:cNvSpPr>
            <a:spLocks noGrp="1"/>
          </p:cNvSpPr>
          <p:nvPr>
            <p:ph type="title" orient="vert"/>
          </p:nvPr>
        </p:nvSpPr>
        <p:spPr>
          <a:xfrm>
            <a:off x="6174928" y="1447799"/>
            <a:ext cx="1113516" cy="4572001"/>
          </a:xfrm>
        </p:spPr>
        <p:txBody>
          <a:bodyPr vert="eaVert" anchor="ctr"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866738" y="1447799"/>
            <a:ext cx="4416936" cy="4572001"/>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4/1/2026</a:t>
            </a:fld>
            <a:endParaRPr lang="en-US"/>
          </a:p>
        </p:txBody>
      </p:sp>
      <p:sp>
        <p:nvSpPr>
          <p:cNvPr id="5" name="Footer Placeholder 4"/>
          <p:cNvSpPr>
            <a:spLocks noGrp="1"/>
          </p:cNvSpPr>
          <p:nvPr>
            <p:ph type="ftr" sz="quarter" idx="11"/>
          </p:nvPr>
        </p:nvSpPr>
        <p:spPr>
          <a:xfrm>
            <a:off x="538546" y="6365498"/>
            <a:ext cx="3859795" cy="228660"/>
          </a:xfrm>
        </p:spPr>
        <p:txBody>
          <a:bodyPr/>
          <a:lstStyle/>
          <a:p>
            <a:endParaRPr lang="en-US"/>
          </a:p>
        </p:txBody>
      </p:sp>
      <p:sp>
        <p:nvSpPr>
          <p:cNvPr id="9" name="Rectangle 8"/>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a:xfrm>
            <a:off x="7678616" y="295730"/>
            <a:ext cx="791308" cy="767687"/>
          </a:xfrm>
          <a:prstGeom prst="rect">
            <a:avLst/>
          </a:prstGeom>
        </p:spPr>
        <p:txBody>
          <a:bodyPr/>
          <a:lstStyle>
            <a:lvl1pPr algn="ct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25649640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6" name="Group 5"/>
          <p:cNvGrpSpPr/>
          <p:nvPr/>
        </p:nvGrpSpPr>
        <p:grpSpPr>
          <a:xfrm>
            <a:off x="-1588" y="0"/>
            <a:ext cx="9145588" cy="6860798"/>
            <a:chOff x="-1588" y="0"/>
            <a:chExt cx="9145588" cy="6860798"/>
          </a:xfrm>
        </p:grpSpPr>
        <p:sp>
          <p:nvSpPr>
            <p:cNvPr id="14" name="Rectangle 13"/>
            <p:cNvSpPr/>
            <p:nvPr/>
          </p:nvSpPr>
          <p:spPr>
            <a:xfrm>
              <a:off x="0" y="0"/>
              <a:ext cx="9118832"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rcRect/>
              <a:stretch>
                <a:fillRect l="-16713" r="-16989"/>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1" name="Oval 20"/>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629943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5689832" y="0"/>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6299432" y="5870198"/>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1588"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Freeform 5"/>
            <p:cNvSpPr/>
            <p:nvPr/>
          </p:nvSpPr>
          <p:spPr bwMode="gray">
            <a:xfrm rot="21010068">
              <a:off x="6359946" y="1790293"/>
              <a:ext cx="2377690" cy="317748"/>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25" name="Freeform 24"/>
            <p:cNvSpPr/>
            <p:nvPr/>
          </p:nvSpPr>
          <p:spPr bwMode="gray">
            <a:xfrm>
              <a:off x="485023" y="1856450"/>
              <a:ext cx="8173954" cy="4535226"/>
            </a:xfrm>
            <a:custGeom>
              <a:avLst/>
              <a:gdLst/>
              <a:ahLst/>
              <a:cxnLst/>
              <a:rect l="0" t="0" r="r" b="b"/>
              <a:pathLst>
                <a:path w="4960" h="2752">
                  <a:moveTo>
                    <a:pt x="0" y="0"/>
                  </a:moveTo>
                  <a:lnTo>
                    <a:pt x="0" y="324"/>
                  </a:lnTo>
                  <a:lnTo>
                    <a:pt x="0" y="1992"/>
                  </a:lnTo>
                  <a:lnTo>
                    <a:pt x="0" y="2752"/>
                  </a:lnTo>
                  <a:lnTo>
                    <a:pt x="4960" y="2752"/>
                  </a:lnTo>
                  <a:lnTo>
                    <a:pt x="4960" y="1992"/>
                  </a:lnTo>
                  <a:lnTo>
                    <a:pt x="4960" y="324"/>
                  </a:lnTo>
                  <a:lnTo>
                    <a:pt x="4960" y="0"/>
                  </a:lnTo>
                  <a:lnTo>
                    <a:pt x="4960" y="0"/>
                  </a:lnTo>
                  <a:lnTo>
                    <a:pt x="4734" y="34"/>
                  </a:lnTo>
                  <a:lnTo>
                    <a:pt x="4510" y="64"/>
                  </a:lnTo>
                  <a:lnTo>
                    <a:pt x="4284" y="90"/>
                  </a:lnTo>
                  <a:lnTo>
                    <a:pt x="4060" y="114"/>
                  </a:lnTo>
                  <a:lnTo>
                    <a:pt x="3836" y="132"/>
                  </a:lnTo>
                  <a:lnTo>
                    <a:pt x="3614" y="146"/>
                  </a:lnTo>
                  <a:lnTo>
                    <a:pt x="3392" y="158"/>
                  </a:lnTo>
                  <a:lnTo>
                    <a:pt x="3174" y="166"/>
                  </a:lnTo>
                  <a:lnTo>
                    <a:pt x="2960" y="172"/>
                  </a:lnTo>
                  <a:lnTo>
                    <a:pt x="2748" y="174"/>
                  </a:lnTo>
                  <a:lnTo>
                    <a:pt x="2542" y="174"/>
                  </a:lnTo>
                  <a:lnTo>
                    <a:pt x="2338" y="174"/>
                  </a:lnTo>
                  <a:lnTo>
                    <a:pt x="2140" y="170"/>
                  </a:lnTo>
                  <a:lnTo>
                    <a:pt x="1948" y="164"/>
                  </a:lnTo>
                  <a:lnTo>
                    <a:pt x="1762" y="156"/>
                  </a:lnTo>
                  <a:lnTo>
                    <a:pt x="1582" y="148"/>
                  </a:lnTo>
                  <a:lnTo>
                    <a:pt x="1410" y="138"/>
                  </a:lnTo>
                  <a:lnTo>
                    <a:pt x="1244" y="128"/>
                  </a:lnTo>
                  <a:lnTo>
                    <a:pt x="1088" y="116"/>
                  </a:lnTo>
                  <a:lnTo>
                    <a:pt x="938" y="104"/>
                  </a:lnTo>
                  <a:lnTo>
                    <a:pt x="668" y="78"/>
                  </a:lnTo>
                  <a:lnTo>
                    <a:pt x="438" y="54"/>
                  </a:lnTo>
                  <a:lnTo>
                    <a:pt x="254" y="34"/>
                  </a:lnTo>
                  <a:lnTo>
                    <a:pt x="116" y="16"/>
                  </a:lnTo>
                  <a:lnTo>
                    <a:pt x="0" y="0"/>
                  </a:lnTo>
                  <a:lnTo>
                    <a:pt x="0" y="0"/>
                  </a:lnTo>
                  <a:close/>
                </a:path>
              </a:pathLst>
            </a:custGeom>
            <a:solidFill>
              <a:schemeClr val="bg1"/>
            </a:solidFill>
            <a:ln>
              <a:noFill/>
            </a:ln>
          </p:spPr>
        </p:sp>
        <p:sp>
          <p:nvSpPr>
            <p:cNvPr id="10" name="Freeform 5"/>
            <p:cNvSpPr>
              <a:spLocks noEditPoints="1"/>
            </p:cNvSpPr>
            <p:nvPr/>
          </p:nvSpPr>
          <p:spPr bwMode="gray">
            <a:xfrm>
              <a:off x="0" y="0"/>
              <a:ext cx="9144000" cy="6858000"/>
            </a:xfrm>
            <a:custGeom>
              <a:avLst/>
              <a:gdLst/>
              <a:ahLst/>
              <a:cxnLst/>
              <a:rect l="0" t="0" r="r" b="b"/>
              <a:pathLst>
                <a:path w="5760" h="4320">
                  <a:moveTo>
                    <a:pt x="0" y="0"/>
                  </a:moveTo>
                  <a:lnTo>
                    <a:pt x="0" y="4320"/>
                  </a:lnTo>
                  <a:lnTo>
                    <a:pt x="5760" y="4320"/>
                  </a:lnTo>
                  <a:lnTo>
                    <a:pt x="5760" y="0"/>
                  </a:lnTo>
                  <a:lnTo>
                    <a:pt x="0" y="0"/>
                  </a:lnTo>
                  <a:close/>
                  <a:moveTo>
                    <a:pt x="5444" y="4004"/>
                  </a:moveTo>
                  <a:lnTo>
                    <a:pt x="324" y="4004"/>
                  </a:lnTo>
                  <a:lnTo>
                    <a:pt x="324" y="324"/>
                  </a:lnTo>
                  <a:lnTo>
                    <a:pt x="5444" y="324"/>
                  </a:lnTo>
                  <a:lnTo>
                    <a:pt x="5444" y="4004"/>
                  </a:lnTo>
                  <a:close/>
                </a:path>
              </a:pathLst>
            </a:cu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Placeholder 1"/>
          <p:cNvSpPr>
            <a:spLocks noGrp="1"/>
          </p:cNvSpPr>
          <p:nvPr>
            <p:ph type="title"/>
          </p:nvPr>
        </p:nvSpPr>
        <p:spPr bwMode="gray">
          <a:xfrm>
            <a:off x="866440" y="927099"/>
            <a:ext cx="6345260" cy="709865"/>
          </a:xfrm>
          <a:prstGeom prst="rect">
            <a:avLst/>
          </a:prstGeom>
        </p:spPr>
        <p:txBody>
          <a:bodyPr vert="horz" lIns="91440" tIns="45720" rIns="91440" bIns="45720" rtlCol="0" anchor="ctr">
            <a:noAutofit/>
          </a:bodyPr>
          <a:lstStyle/>
          <a:p>
            <a:r>
              <a:rPr lang="en-US" smtClean="0"/>
              <a:t>Click to edit Master title style</a:t>
            </a:r>
            <a:endParaRPr lang="en-US" dirty="0"/>
          </a:p>
        </p:txBody>
      </p:sp>
      <p:sp>
        <p:nvSpPr>
          <p:cNvPr id="3" name="Text Placeholder 2"/>
          <p:cNvSpPr>
            <a:spLocks noGrp="1"/>
          </p:cNvSpPr>
          <p:nvPr>
            <p:ph type="body" idx="1"/>
          </p:nvPr>
        </p:nvSpPr>
        <p:spPr>
          <a:xfrm>
            <a:off x="864382" y="2489200"/>
            <a:ext cx="6345260" cy="3530600"/>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7574443" y="6365498"/>
            <a:ext cx="990599" cy="228659"/>
          </a:xfrm>
          <a:prstGeom prst="rect">
            <a:avLst/>
          </a:prstGeom>
        </p:spPr>
        <p:txBody>
          <a:bodyPr vert="horz" lIns="91440" tIns="45720" rIns="91440" bIns="45720" rtlCol="0" anchor="b"/>
          <a:lstStyle>
            <a:lvl1pPr algn="r">
              <a:defRPr sz="900" b="1" i="0">
                <a:solidFill>
                  <a:schemeClr val="accent1"/>
                </a:solidFill>
              </a:defRPr>
            </a:lvl1pPr>
          </a:lstStyle>
          <a:p>
            <a:fld id="{5BCAD085-E8A6-8845-BD4E-CB4CCA059FC4}" type="datetimeFigureOut">
              <a:rPr lang="en-US" smtClean="0"/>
              <a:t>4/1/2026</a:t>
            </a:fld>
            <a:endParaRPr lang="en-US"/>
          </a:p>
        </p:txBody>
      </p:sp>
      <p:sp>
        <p:nvSpPr>
          <p:cNvPr id="5" name="Footer Placeholder 4"/>
          <p:cNvSpPr>
            <a:spLocks noGrp="1"/>
          </p:cNvSpPr>
          <p:nvPr>
            <p:ph type="ftr" sz="quarter" idx="3"/>
          </p:nvPr>
        </p:nvSpPr>
        <p:spPr>
          <a:xfrm>
            <a:off x="590843" y="6365497"/>
            <a:ext cx="3859795" cy="228660"/>
          </a:xfrm>
          <a:prstGeom prst="rect">
            <a:avLst/>
          </a:prstGeom>
        </p:spPr>
        <p:txBody>
          <a:bodyPr vert="horz" lIns="91440" tIns="45720" rIns="91440" bIns="45720" rtlCol="0" anchor="b"/>
          <a:lstStyle>
            <a:lvl1pPr algn="l">
              <a:defRPr sz="900" b="1" i="0">
                <a:solidFill>
                  <a:schemeClr val="accent1"/>
                </a:solidFill>
              </a:defRPr>
            </a:lvl1pPr>
          </a:lstStyle>
          <a:p>
            <a:endParaRPr lang="en-US"/>
          </a:p>
        </p:txBody>
      </p:sp>
      <p:sp>
        <p:nvSpPr>
          <p:cNvPr id="26" name="Rectangle 25"/>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8" name="Slide Number Placeholder 5"/>
          <p:cNvSpPr>
            <a:spLocks noGrp="1"/>
          </p:cNvSpPr>
          <p:nvPr>
            <p:ph type="sldNum" sz="quarter" idx="4"/>
          </p:nvPr>
        </p:nvSpPr>
        <p:spPr bwMode="gray">
          <a:xfrm>
            <a:off x="7678616" y="295730"/>
            <a:ext cx="791308" cy="767687"/>
          </a:xfrm>
          <a:prstGeom prst="rect">
            <a:avLst/>
          </a:prstGeom>
        </p:spPr>
        <p:txBody>
          <a:bodyPr anchor="b"/>
          <a:lstStyle>
            <a:lvl1pPr algn="ctr">
              <a:defRPr sz="2800">
                <a:solidFill>
                  <a:schemeClr val="bg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313424494"/>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 id="2147483722" r:id="rId15"/>
    <p:sldLayoutId id="2147483723" r:id="rId16"/>
    <p:sldLayoutId id="2147483724" r:id="rId17"/>
  </p:sldLayoutIdLst>
  <p:txStyles>
    <p:titleStyle>
      <a:lvl1pPr algn="l" defTabSz="457200" rtl="0" eaLnBrk="1" latinLnBrk="0" hangingPunct="1">
        <a:spcBef>
          <a:spcPct val="0"/>
        </a:spcBef>
        <a:buNone/>
        <a:defRPr sz="3200" b="0" i="0"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685800" indent="-283464"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96012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23444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150876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18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0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225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24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FakeGuard</a:t>
            </a:r>
            <a:r>
              <a:rPr lang="en-US" dirty="0"/>
              <a:t> AI — Fake Review Detection System</a:t>
            </a:r>
            <a:endParaRPr dirty="0"/>
          </a:p>
        </p:txBody>
      </p:sp>
      <p:sp>
        <p:nvSpPr>
          <p:cNvPr id="3" name="Content Placeholder 2"/>
          <p:cNvSpPr>
            <a:spLocks noGrp="1"/>
          </p:cNvSpPr>
          <p:nvPr>
            <p:ph idx="1"/>
          </p:nvPr>
        </p:nvSpPr>
        <p:spPr/>
        <p:txBody>
          <a:bodyPr>
            <a:normAutofit/>
          </a:bodyPr>
          <a:lstStyle/>
          <a:p>
            <a:pPr marL="0" indent="0">
              <a:buNone/>
            </a:pPr>
            <a:r>
              <a:rPr lang="en-US" sz="2400" dirty="0"/>
              <a:t>An Intelligent System for Detecting Fake Reviews using Machine Learning, Deep Learning, and Explainable AI</a:t>
            </a:r>
            <a:endParaRPr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Contents</a:t>
            </a:r>
          </a:p>
        </p:txBody>
      </p:sp>
      <p:sp>
        <p:nvSpPr>
          <p:cNvPr id="4" name="Rectangle 1"/>
          <p:cNvSpPr>
            <a:spLocks noGrp="1" noChangeArrowheads="1"/>
          </p:cNvSpPr>
          <p:nvPr>
            <p:ph idx="1"/>
          </p:nvPr>
        </p:nvSpPr>
        <p:spPr bwMode="auto">
          <a:xfrm>
            <a:off x="551934" y="2001534"/>
            <a:ext cx="4825219" cy="5232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buFont typeface="Wingdings" panose="05000000000000000000" pitchFamily="2" charset="2"/>
              <a:buChar char="§"/>
            </a:pPr>
            <a:r>
              <a:rPr lang="en-US" dirty="0">
                <a:latin typeface="Arial" panose="020B0604020202020204" pitchFamily="34" charset="0"/>
                <a:cs typeface="Arial" panose="020B0604020202020204" pitchFamily="34" charset="0"/>
              </a:rPr>
              <a:t>Introduction </a:t>
            </a:r>
          </a:p>
          <a:p>
            <a:pPr>
              <a:buFont typeface="Wingdings" panose="05000000000000000000" pitchFamily="2" charset="2"/>
              <a:buChar char="§"/>
            </a:pPr>
            <a:r>
              <a:rPr lang="en-US" dirty="0">
                <a:latin typeface="Arial" panose="020B0604020202020204" pitchFamily="34" charset="0"/>
                <a:cs typeface="Arial" panose="020B0604020202020204" pitchFamily="34" charset="0"/>
              </a:rPr>
              <a:t>Problem Statement </a:t>
            </a:r>
          </a:p>
          <a:p>
            <a:pPr>
              <a:buFont typeface="Wingdings" panose="05000000000000000000" pitchFamily="2" charset="2"/>
              <a:buChar char="§"/>
            </a:pPr>
            <a:r>
              <a:rPr lang="en-US" dirty="0">
                <a:latin typeface="Arial" panose="020B0604020202020204" pitchFamily="34" charset="0"/>
                <a:cs typeface="Arial" panose="020B0604020202020204" pitchFamily="34" charset="0"/>
              </a:rPr>
              <a:t>Objectives </a:t>
            </a:r>
          </a:p>
          <a:p>
            <a:pPr>
              <a:buFont typeface="Wingdings" panose="05000000000000000000" pitchFamily="2" charset="2"/>
              <a:buChar char="§"/>
            </a:pPr>
            <a:r>
              <a:rPr lang="en-US" dirty="0">
                <a:latin typeface="Arial" panose="020B0604020202020204" pitchFamily="34" charset="0"/>
                <a:cs typeface="Arial" panose="020B0604020202020204" pitchFamily="34" charset="0"/>
              </a:rPr>
              <a:t>Dataset Description </a:t>
            </a:r>
          </a:p>
          <a:p>
            <a:pPr>
              <a:buFont typeface="Wingdings" panose="05000000000000000000" pitchFamily="2" charset="2"/>
              <a:buChar char="§"/>
            </a:pPr>
            <a:r>
              <a:rPr lang="en-US" dirty="0">
                <a:latin typeface="Arial" panose="020B0604020202020204" pitchFamily="34" charset="0"/>
                <a:cs typeface="Arial" panose="020B0604020202020204" pitchFamily="34" charset="0"/>
              </a:rPr>
              <a:t>Methodology </a:t>
            </a:r>
          </a:p>
          <a:p>
            <a:pPr>
              <a:buFont typeface="Wingdings" panose="05000000000000000000" pitchFamily="2" charset="2"/>
              <a:buChar char="§"/>
            </a:pPr>
            <a:r>
              <a:rPr lang="en-US" dirty="0">
                <a:latin typeface="Arial" panose="020B0604020202020204" pitchFamily="34" charset="0"/>
                <a:cs typeface="Arial" panose="020B0604020202020204" pitchFamily="34" charset="0"/>
              </a:rPr>
              <a:t>Feature Engineering </a:t>
            </a:r>
          </a:p>
          <a:p>
            <a:pPr>
              <a:buFont typeface="Wingdings" panose="05000000000000000000" pitchFamily="2" charset="2"/>
              <a:buChar char="§"/>
            </a:pPr>
            <a:r>
              <a:rPr lang="en-US" dirty="0">
                <a:latin typeface="Arial" panose="020B0604020202020204" pitchFamily="34" charset="0"/>
                <a:cs typeface="Arial" panose="020B0604020202020204" pitchFamily="34" charset="0"/>
              </a:rPr>
              <a:t>Model Development </a:t>
            </a:r>
            <a:endParaRPr lang="en-US" dirty="0" smtClean="0">
              <a:latin typeface="Arial" panose="020B0604020202020204" pitchFamily="34" charset="0"/>
              <a:cs typeface="Arial" panose="020B0604020202020204" pitchFamily="34" charset="0"/>
            </a:endParaRPr>
          </a:p>
          <a:p>
            <a:pPr>
              <a:buFont typeface="Wingdings" panose="05000000000000000000" pitchFamily="2" charset="2"/>
              <a:buChar char="§"/>
            </a:pPr>
            <a:r>
              <a:rPr lang="en-US" dirty="0">
                <a:latin typeface="Arial" panose="020B0604020202020204" pitchFamily="34" charset="0"/>
                <a:cs typeface="Arial" panose="020B0604020202020204" pitchFamily="34" charset="0"/>
              </a:rPr>
              <a:t>Evaluation </a:t>
            </a:r>
          </a:p>
          <a:p>
            <a:pPr>
              <a:buFont typeface="Wingdings" panose="05000000000000000000" pitchFamily="2" charset="2"/>
              <a:buChar char="§"/>
            </a:pPr>
            <a:r>
              <a:rPr lang="en-US" dirty="0" smtClean="0">
                <a:latin typeface="Arial" panose="020B0604020202020204" pitchFamily="34" charset="0"/>
                <a:cs typeface="Arial" panose="020B0604020202020204" pitchFamily="34" charset="0"/>
              </a:rPr>
              <a:t>System Architecture </a:t>
            </a:r>
            <a:endParaRPr lang="en-US" dirty="0">
              <a:latin typeface="Arial" panose="020B0604020202020204" pitchFamily="34" charset="0"/>
              <a:cs typeface="Arial" panose="020B0604020202020204" pitchFamily="34" charset="0"/>
            </a:endParaRPr>
          </a:p>
          <a:p>
            <a:pPr>
              <a:buFont typeface="Wingdings" panose="05000000000000000000" pitchFamily="2" charset="2"/>
              <a:buChar char="§"/>
            </a:pPr>
            <a:r>
              <a:rPr lang="en-US" dirty="0">
                <a:latin typeface="Arial" panose="020B0604020202020204" pitchFamily="34" charset="0"/>
                <a:cs typeface="Arial" panose="020B0604020202020204" pitchFamily="34" charset="0"/>
              </a:rPr>
              <a:t>Results &amp; Insights </a:t>
            </a:r>
          </a:p>
          <a:p>
            <a:pPr>
              <a:buFont typeface="Wingdings" panose="05000000000000000000" pitchFamily="2" charset="2"/>
              <a:buChar char="§"/>
            </a:pPr>
            <a:r>
              <a:rPr lang="en-US" dirty="0">
                <a:latin typeface="Arial" panose="020B0604020202020204" pitchFamily="34" charset="0"/>
                <a:cs typeface="Arial" panose="020B0604020202020204" pitchFamily="34" charset="0"/>
              </a:rPr>
              <a:t>Conclusion </a:t>
            </a:r>
          </a:p>
          <a:p>
            <a:pPr>
              <a:buFont typeface="Wingdings" panose="05000000000000000000" pitchFamily="2" charset="2"/>
              <a:buChar char="§"/>
            </a:pPr>
            <a:r>
              <a:rPr lang="en-US" dirty="0">
                <a:latin typeface="Arial" panose="020B0604020202020204" pitchFamily="34" charset="0"/>
                <a:cs typeface="Arial" panose="020B0604020202020204" pitchFamily="34" charset="0"/>
              </a:rPr>
              <a:t>References </a:t>
            </a:r>
          </a:p>
          <a:p>
            <a:pPr>
              <a:buFont typeface="Wingdings" panose="05000000000000000000" pitchFamily="2" charset="2"/>
              <a:buChar char="§"/>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1537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a:t>
            </a:r>
          </a:p>
        </p:txBody>
      </p:sp>
      <p:sp>
        <p:nvSpPr>
          <p:cNvPr id="3" name="Content Placeholder 2"/>
          <p:cNvSpPr>
            <a:spLocks noGrp="1"/>
          </p:cNvSpPr>
          <p:nvPr>
            <p:ph idx="1"/>
          </p:nvPr>
        </p:nvSpPr>
        <p:spPr>
          <a:xfrm>
            <a:off x="543027" y="2489200"/>
            <a:ext cx="8057945" cy="3530600"/>
          </a:xfrm>
        </p:spPr>
        <p:txBody>
          <a:bodyPr>
            <a:normAutofit lnSpcReduction="10000"/>
          </a:bodyPr>
          <a:lstStyle/>
          <a:p>
            <a:pPr algn="just"/>
            <a:r>
              <a:rPr lang="en-US" dirty="0">
                <a:latin typeface="Arial" panose="020B0604020202020204" pitchFamily="34" charset="0"/>
                <a:cs typeface="Arial" panose="020B0604020202020204" pitchFamily="34" charset="0"/>
              </a:rPr>
              <a:t>Online platforms rely heavily on user reviews to influence customer decisions. However, the increasing presence of fake reviews has created serious challenges in maintaining trust and credibility. These deceptive reviews are often generated to manipulate product ratings and mislead users.</a:t>
            </a:r>
          </a:p>
          <a:p>
            <a:pPr algn="just"/>
            <a:r>
              <a:rPr lang="en-US" dirty="0">
                <a:latin typeface="Arial" panose="020B0604020202020204" pitchFamily="34" charset="0"/>
                <a:cs typeface="Arial" panose="020B0604020202020204" pitchFamily="34" charset="0"/>
              </a:rPr>
              <a:t>This project focuses on developing an intelligent system to detect fake reviews using a combination of Natural Language Processing (NLP), Machine Learning, and Deep Learning techniques. The system analyzes both the textual content and behavioral patterns of reviewers to identify suspicious activities.</a:t>
            </a:r>
          </a:p>
          <a:p>
            <a:pPr algn="just"/>
            <a:r>
              <a:rPr lang="en-US" dirty="0">
                <a:latin typeface="Arial" panose="020B0604020202020204" pitchFamily="34" charset="0"/>
                <a:cs typeface="Arial" panose="020B0604020202020204" pitchFamily="34" charset="0"/>
              </a:rPr>
              <a:t>By integrating multiple approaches, the proposed system aims to provide accurate, reliable, and explainable predictions for review authenticity.</a:t>
            </a:r>
          </a:p>
        </p:txBody>
      </p:sp>
    </p:spTree>
    <p:extLst>
      <p:ext uri="{BB962C8B-B14F-4D97-AF65-F5344CB8AC3E}">
        <p14:creationId xmlns:p14="http://schemas.microsoft.com/office/powerpoint/2010/main" val="40415723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Problem Statement</a:t>
            </a:r>
          </a:p>
        </p:txBody>
      </p:sp>
      <p:sp>
        <p:nvSpPr>
          <p:cNvPr id="3" name="Content Placeholder 2"/>
          <p:cNvSpPr>
            <a:spLocks noGrp="1"/>
          </p:cNvSpPr>
          <p:nvPr>
            <p:ph idx="1"/>
          </p:nvPr>
        </p:nvSpPr>
        <p:spPr>
          <a:xfrm>
            <a:off x="561500" y="2738580"/>
            <a:ext cx="8150309" cy="4290291"/>
          </a:xfrm>
        </p:spPr>
        <p:txBody>
          <a:bodyPr>
            <a:normAutofit/>
          </a:bodyPr>
          <a:lstStyle/>
          <a:p>
            <a:pPr algn="just"/>
            <a:r>
              <a:rPr lang="en-US" dirty="0">
                <a:latin typeface="Arial" panose="020B0604020202020204" pitchFamily="34" charset="0"/>
                <a:cs typeface="Arial" panose="020B0604020202020204" pitchFamily="34" charset="0"/>
              </a:rPr>
              <a:t>Online platforms such as e-commerce websites and review portals rely heavily on user-generated reviews to guide customer decisions. However, the presence of fake or deceptive reviews has become a major issue, leading to misleading information and reduced user trust.</a:t>
            </a:r>
          </a:p>
          <a:p>
            <a:pPr algn="just"/>
            <a:r>
              <a:rPr lang="en-US" dirty="0">
                <a:latin typeface="Arial" panose="020B0604020202020204" pitchFamily="34" charset="0"/>
                <a:cs typeface="Arial" panose="020B0604020202020204" pitchFamily="34" charset="0"/>
              </a:rPr>
              <a:t>Fake reviews are often generated to artificially boost or harm product ratings. These reviews may appear genuine, making them difficult to detect using simple techniques.</a:t>
            </a:r>
          </a:p>
          <a:p>
            <a:pPr algn="just"/>
            <a:r>
              <a:rPr lang="en-US" dirty="0">
                <a:latin typeface="Arial" panose="020B0604020202020204" pitchFamily="34" charset="0"/>
                <a:cs typeface="Arial" panose="020B0604020202020204" pitchFamily="34" charset="0"/>
              </a:rPr>
              <a:t>Therefore, there is a need for an intelligent and automated system that can accurately identify fake reviews by analyzing both textual content and user behavior.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Objective</a:t>
            </a:r>
          </a:p>
        </p:txBody>
      </p:sp>
      <p:sp>
        <p:nvSpPr>
          <p:cNvPr id="3" name="Content Placeholder 2"/>
          <p:cNvSpPr>
            <a:spLocks noGrp="1"/>
          </p:cNvSpPr>
          <p:nvPr>
            <p:ph idx="1"/>
          </p:nvPr>
        </p:nvSpPr>
        <p:spPr>
          <a:xfrm>
            <a:off x="630773" y="2489200"/>
            <a:ext cx="7882454" cy="3530600"/>
          </a:xfrm>
        </p:spPr>
        <p:txBody>
          <a:bodyPr>
            <a:normAutofit fontScale="92500"/>
          </a:bodyPr>
          <a:lstStyle/>
          <a:p>
            <a:pPr algn="just"/>
            <a:r>
              <a:rPr lang="en-US" dirty="0">
                <a:latin typeface="Arial" panose="020B0604020202020204" pitchFamily="34" charset="0"/>
                <a:cs typeface="Arial" panose="020B0604020202020204" pitchFamily="34" charset="0"/>
              </a:rPr>
              <a:t>To develop a system for detecting fake and genuine </a:t>
            </a:r>
            <a:r>
              <a:rPr lang="en-US" dirty="0" smtClean="0">
                <a:latin typeface="Arial" panose="020B0604020202020204" pitchFamily="34" charset="0"/>
                <a:cs typeface="Arial" panose="020B0604020202020204" pitchFamily="34" charset="0"/>
              </a:rPr>
              <a:t>reviews</a:t>
            </a:r>
          </a:p>
          <a:p>
            <a:pPr algn="just"/>
            <a:r>
              <a:rPr lang="en-US" dirty="0">
                <a:latin typeface="Arial" panose="020B0604020202020204" pitchFamily="34" charset="0"/>
                <a:cs typeface="Arial" panose="020B0604020202020204" pitchFamily="34" charset="0"/>
              </a:rPr>
              <a:t>To apply Natural Language Processing (NLP) techniques for text </a:t>
            </a:r>
            <a:r>
              <a:rPr lang="en-US" dirty="0" smtClean="0">
                <a:latin typeface="Arial" panose="020B0604020202020204" pitchFamily="34" charset="0"/>
                <a:cs typeface="Arial" panose="020B0604020202020204" pitchFamily="34" charset="0"/>
              </a:rPr>
              <a:t>analysis</a:t>
            </a:r>
          </a:p>
          <a:p>
            <a:pPr algn="just"/>
            <a:r>
              <a:rPr lang="en-US" dirty="0">
                <a:latin typeface="Arial" panose="020B0604020202020204" pitchFamily="34" charset="0"/>
                <a:cs typeface="Arial" panose="020B0604020202020204" pitchFamily="34" charset="0"/>
              </a:rPr>
              <a:t>To extract meaningful features such as TF-IDF, sentiment, and behavioral </a:t>
            </a:r>
            <a:r>
              <a:rPr lang="en-US" dirty="0" smtClean="0">
                <a:latin typeface="Arial" panose="020B0604020202020204" pitchFamily="34" charset="0"/>
                <a:cs typeface="Arial" panose="020B0604020202020204" pitchFamily="34" charset="0"/>
              </a:rPr>
              <a:t>patterns</a:t>
            </a:r>
          </a:p>
          <a:p>
            <a:pPr algn="just"/>
            <a:r>
              <a:rPr lang="en-US" dirty="0">
                <a:latin typeface="Arial" panose="020B0604020202020204" pitchFamily="34" charset="0"/>
                <a:cs typeface="Arial" panose="020B0604020202020204" pitchFamily="34" charset="0"/>
              </a:rPr>
              <a:t>To implement Machine Learning models like Logistic Regression, SVM, and Random </a:t>
            </a:r>
            <a:r>
              <a:rPr lang="en-US" dirty="0" smtClean="0">
                <a:latin typeface="Arial" panose="020B0604020202020204" pitchFamily="34" charset="0"/>
                <a:cs typeface="Arial" panose="020B0604020202020204" pitchFamily="34" charset="0"/>
              </a:rPr>
              <a:t>Forest</a:t>
            </a:r>
          </a:p>
          <a:p>
            <a:pPr algn="just"/>
            <a:r>
              <a:rPr lang="en-US" dirty="0">
                <a:latin typeface="Arial" panose="020B0604020202020204" pitchFamily="34" charset="0"/>
                <a:cs typeface="Arial" panose="020B0604020202020204" pitchFamily="34" charset="0"/>
              </a:rPr>
              <a:t>To use Deep Learning (LSTM) for capturing contextual information in </a:t>
            </a:r>
            <a:r>
              <a:rPr lang="en-US" dirty="0" smtClean="0">
                <a:latin typeface="Arial" panose="020B0604020202020204" pitchFamily="34" charset="0"/>
                <a:cs typeface="Arial" panose="020B0604020202020204" pitchFamily="34" charset="0"/>
              </a:rPr>
              <a:t>text</a:t>
            </a:r>
          </a:p>
          <a:p>
            <a:pPr algn="just"/>
            <a:r>
              <a:rPr lang="en-US" dirty="0">
                <a:latin typeface="Arial" panose="020B0604020202020204" pitchFamily="34" charset="0"/>
                <a:cs typeface="Arial" panose="020B0604020202020204" pitchFamily="34" charset="0"/>
              </a:rPr>
              <a:t>To integrate Explainable AI (SHAP) for interpreting model </a:t>
            </a:r>
            <a:r>
              <a:rPr lang="en-US" dirty="0" smtClean="0">
                <a:latin typeface="Arial" panose="020B0604020202020204" pitchFamily="34" charset="0"/>
                <a:cs typeface="Arial" panose="020B0604020202020204" pitchFamily="34" charset="0"/>
              </a:rPr>
              <a:t>predictions</a:t>
            </a:r>
          </a:p>
          <a:p>
            <a:pPr algn="just"/>
            <a:r>
              <a:rPr lang="en-US" dirty="0">
                <a:latin typeface="Arial" panose="020B0604020202020204" pitchFamily="34" charset="0"/>
                <a:cs typeface="Arial" panose="020B0604020202020204" pitchFamily="34" charset="0"/>
              </a:rPr>
              <a:t>To evaluate model performance using standard metrics such as accuracy, precision, recall, and F1-score</a:t>
            </a:r>
            <a:endParaRPr lang="en-US" dirty="0">
              <a:latin typeface="Arial" panose="020B0604020202020204" pitchFamily="34" charset="0"/>
              <a:cs typeface="Arial" panose="020B0604020202020204" pitchFamily="34" charset="0"/>
            </a:endParaRPr>
          </a:p>
        </p:txBody>
      </p:sp>
      <p:sp>
        <p:nvSpPr>
          <p:cNvPr id="5" name="Rectangle 2"/>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solidFill>
                <a:schemeClr val="tx1"/>
              </a:solidFill>
              <a:effectLst/>
              <a:latin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Dataset Overview</a:t>
            </a:r>
          </a:p>
        </p:txBody>
      </p:sp>
      <p:sp>
        <p:nvSpPr>
          <p:cNvPr id="3" name="Content Placeholder 2"/>
          <p:cNvSpPr>
            <a:spLocks noGrp="1"/>
          </p:cNvSpPr>
          <p:nvPr>
            <p:ph idx="1"/>
          </p:nvPr>
        </p:nvSpPr>
        <p:spPr>
          <a:xfrm>
            <a:off x="578053" y="2468418"/>
            <a:ext cx="8057947" cy="3530600"/>
          </a:xfrm>
        </p:spPr>
        <p:txBody>
          <a:bodyPr>
            <a:normAutofit/>
          </a:bodyPr>
          <a:lstStyle/>
          <a:p>
            <a:pPr algn="just"/>
            <a:r>
              <a:rPr lang="en-US" dirty="0" smtClean="0">
                <a:latin typeface="Arial" panose="020B0604020202020204" pitchFamily="34" charset="0"/>
                <a:cs typeface="Arial" panose="020B0604020202020204" pitchFamily="34" charset="0"/>
              </a:rPr>
              <a:t>The dataset used in this project is a </a:t>
            </a:r>
            <a:r>
              <a:rPr lang="en-US" b="1" dirty="0" smtClean="0">
                <a:latin typeface="Arial" panose="020B0604020202020204" pitchFamily="34" charset="0"/>
                <a:cs typeface="Arial" panose="020B0604020202020204" pitchFamily="34" charset="0"/>
              </a:rPr>
              <a:t>synthetic yet realistic collection of online reviews</a:t>
            </a:r>
            <a:r>
              <a:rPr lang="en-US" dirty="0" smtClean="0">
                <a:latin typeface="Arial" panose="020B0604020202020204" pitchFamily="34" charset="0"/>
                <a:cs typeface="Arial" panose="020B0604020202020204" pitchFamily="34" charset="0"/>
              </a:rPr>
              <a:t> designed specifically for fake review detection. It contains both genuine and fake reviews along with relevant metadata such as ratings, reviewer information, and timestamps.</a:t>
            </a:r>
          </a:p>
          <a:p>
            <a:pPr algn="just"/>
            <a:r>
              <a:rPr lang="en-US" dirty="0" smtClean="0">
                <a:latin typeface="Arial" panose="020B0604020202020204" pitchFamily="34" charset="0"/>
                <a:cs typeface="Arial" panose="020B0604020202020204" pitchFamily="34" charset="0"/>
              </a:rPr>
              <a:t>The dataset includes both </a:t>
            </a:r>
            <a:r>
              <a:rPr lang="en-US" b="1" dirty="0" smtClean="0">
                <a:latin typeface="Arial" panose="020B0604020202020204" pitchFamily="34" charset="0"/>
                <a:cs typeface="Arial" panose="020B0604020202020204" pitchFamily="34" charset="0"/>
              </a:rPr>
              <a:t>structured data</a:t>
            </a:r>
            <a:r>
              <a:rPr lang="en-US" dirty="0" smtClean="0">
                <a:latin typeface="Arial" panose="020B0604020202020204" pitchFamily="34" charset="0"/>
                <a:cs typeface="Arial" panose="020B0604020202020204" pitchFamily="34" charset="0"/>
              </a:rPr>
              <a:t> (ratings, reviewer ID, timestamps) and </a:t>
            </a:r>
            <a:r>
              <a:rPr lang="en-US" b="1" dirty="0" smtClean="0">
                <a:latin typeface="Arial" panose="020B0604020202020204" pitchFamily="34" charset="0"/>
                <a:cs typeface="Arial" panose="020B0604020202020204" pitchFamily="34" charset="0"/>
              </a:rPr>
              <a:t>unstructured data</a:t>
            </a:r>
            <a:r>
              <a:rPr lang="en-US" dirty="0" smtClean="0">
                <a:latin typeface="Arial" panose="020B0604020202020204" pitchFamily="34" charset="0"/>
                <a:cs typeface="Arial" panose="020B0604020202020204" pitchFamily="34" charset="0"/>
              </a:rPr>
              <a:t> (review text), enabling comprehensive analysis using both statistical and NLP techniques.</a:t>
            </a:r>
          </a:p>
          <a:p>
            <a:pPr algn="just"/>
            <a:r>
              <a:rPr lang="en-US" dirty="0" smtClean="0">
                <a:latin typeface="Arial" panose="020B0604020202020204" pitchFamily="34" charset="0"/>
                <a:cs typeface="Arial" panose="020B0604020202020204" pitchFamily="34" charset="0"/>
              </a:rPr>
              <a:t>This controlled dataset allows better feature engineering, balanced class distribution, and improved model performance.</a:t>
            </a:r>
            <a:endParaRPr lang="en-US" dirty="0">
              <a:latin typeface="Arial" panose="020B0604020202020204" pitchFamily="34" charset="0"/>
              <a:cs typeface="Arial" panose="020B0604020202020204"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Dataset Attributes</a:t>
            </a:r>
            <a:endParaRPr dirty="0"/>
          </a:p>
        </p:txBody>
      </p:sp>
      <p:sp>
        <p:nvSpPr>
          <p:cNvPr id="3" name="Content Placeholder 2"/>
          <p:cNvSpPr>
            <a:spLocks noGrp="1"/>
          </p:cNvSpPr>
          <p:nvPr>
            <p:ph idx="1"/>
          </p:nvPr>
        </p:nvSpPr>
        <p:spPr>
          <a:xfrm>
            <a:off x="559581" y="2489200"/>
            <a:ext cx="8048709" cy="3530600"/>
          </a:xfrm>
        </p:spPr>
        <p:txBody>
          <a:bodyPr/>
          <a:lstStyle/>
          <a:p>
            <a:r>
              <a:rPr lang="en-US" b="1" dirty="0">
                <a:latin typeface="Arial" panose="020B0604020202020204" pitchFamily="34" charset="0"/>
                <a:cs typeface="Arial" panose="020B0604020202020204" pitchFamily="34" charset="0"/>
              </a:rPr>
              <a:t>Review Text</a:t>
            </a:r>
            <a:r>
              <a:rPr lang="en-US" dirty="0">
                <a:latin typeface="Arial" panose="020B0604020202020204" pitchFamily="34" charset="0"/>
                <a:cs typeface="Arial" panose="020B0604020202020204" pitchFamily="34" charset="0"/>
              </a:rPr>
              <a:t> – Main textual content of the review </a:t>
            </a:r>
          </a:p>
          <a:p>
            <a:r>
              <a:rPr lang="en-US" b="1" dirty="0">
                <a:latin typeface="Arial" panose="020B0604020202020204" pitchFamily="34" charset="0"/>
                <a:cs typeface="Arial" panose="020B0604020202020204" pitchFamily="34" charset="0"/>
              </a:rPr>
              <a:t>Label</a:t>
            </a:r>
            <a:r>
              <a:rPr lang="en-US" dirty="0">
                <a:latin typeface="Arial" panose="020B0604020202020204" pitchFamily="34" charset="0"/>
                <a:cs typeface="Arial" panose="020B0604020202020204" pitchFamily="34" charset="0"/>
              </a:rPr>
              <a:t> – Indicates whether review is Fake (1) or Genuine (0) </a:t>
            </a:r>
          </a:p>
          <a:p>
            <a:r>
              <a:rPr lang="en-US" b="1" dirty="0">
                <a:latin typeface="Arial" panose="020B0604020202020204" pitchFamily="34" charset="0"/>
                <a:cs typeface="Arial" panose="020B0604020202020204" pitchFamily="34" charset="0"/>
              </a:rPr>
              <a:t>Rating</a:t>
            </a:r>
            <a:r>
              <a:rPr lang="en-US" dirty="0">
                <a:latin typeface="Arial" panose="020B0604020202020204" pitchFamily="34" charset="0"/>
                <a:cs typeface="Arial" panose="020B0604020202020204" pitchFamily="34" charset="0"/>
              </a:rPr>
              <a:t> – Numerical value (1 to 5 stars) </a:t>
            </a:r>
          </a:p>
          <a:p>
            <a:r>
              <a:rPr lang="en-US" b="1" dirty="0">
                <a:latin typeface="Arial" panose="020B0604020202020204" pitchFamily="34" charset="0"/>
                <a:cs typeface="Arial" panose="020B0604020202020204" pitchFamily="34" charset="0"/>
              </a:rPr>
              <a:t>Reviewer ID</a:t>
            </a:r>
            <a:r>
              <a:rPr lang="en-US" dirty="0">
                <a:latin typeface="Arial" panose="020B0604020202020204" pitchFamily="34" charset="0"/>
                <a:cs typeface="Arial" panose="020B0604020202020204" pitchFamily="34" charset="0"/>
              </a:rPr>
              <a:t> – Unique identifier for each user </a:t>
            </a:r>
          </a:p>
          <a:p>
            <a:r>
              <a:rPr lang="en-US" b="1" dirty="0">
                <a:latin typeface="Arial" panose="020B0604020202020204" pitchFamily="34" charset="0"/>
                <a:cs typeface="Arial" panose="020B0604020202020204" pitchFamily="34" charset="0"/>
              </a:rPr>
              <a:t>Timestamp</a:t>
            </a:r>
            <a:r>
              <a:rPr lang="en-US" dirty="0">
                <a:latin typeface="Arial" panose="020B0604020202020204" pitchFamily="34" charset="0"/>
                <a:cs typeface="Arial" panose="020B0604020202020204" pitchFamily="34" charset="0"/>
              </a:rPr>
              <a:t> – Time when the review was posted </a:t>
            </a:r>
          </a:p>
          <a:p>
            <a:pPr marL="0" indent="0">
              <a:buNone/>
            </a:pPr>
            <a:r>
              <a:rPr lang="en-US" dirty="0">
                <a:latin typeface="Arial" panose="020B0604020202020204" pitchFamily="34" charset="0"/>
                <a:cs typeface="Arial" panose="020B0604020202020204" pitchFamily="34" charset="0"/>
              </a:rPr>
              <a:t>These attributes help in analyzing both </a:t>
            </a:r>
            <a:r>
              <a:rPr lang="en-US" b="1" dirty="0">
                <a:latin typeface="Arial" panose="020B0604020202020204" pitchFamily="34" charset="0"/>
                <a:cs typeface="Arial" panose="020B0604020202020204" pitchFamily="34" charset="0"/>
              </a:rPr>
              <a:t>content-based and behavior-based patterns</a:t>
            </a:r>
            <a:r>
              <a:rPr lang="en-US" dirty="0">
                <a:latin typeface="Arial" panose="020B0604020202020204" pitchFamily="34" charset="0"/>
                <a:cs typeface="Arial" panose="020B0604020202020204" pitchFamily="34" charset="0"/>
              </a:rPr>
              <a:t> in reviews.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Preprocessing</a:t>
            </a:r>
          </a:p>
        </p:txBody>
      </p:sp>
      <p:sp>
        <p:nvSpPr>
          <p:cNvPr id="3" name="Content Placeholder 2"/>
          <p:cNvSpPr>
            <a:spLocks noGrp="1"/>
          </p:cNvSpPr>
          <p:nvPr>
            <p:ph idx="1"/>
          </p:nvPr>
        </p:nvSpPr>
        <p:spPr>
          <a:xfrm>
            <a:off x="498764" y="2489200"/>
            <a:ext cx="7989454" cy="3530600"/>
          </a:xfrm>
        </p:spPr>
        <p:txBody>
          <a:bodyPr/>
          <a:lstStyle/>
          <a:p>
            <a:pPr algn="just"/>
            <a:r>
              <a:rPr lang="en-US" dirty="0">
                <a:latin typeface="Arial" panose="020B0604020202020204" pitchFamily="34" charset="0"/>
                <a:cs typeface="Arial" panose="020B0604020202020204" pitchFamily="34" charset="0"/>
              </a:rPr>
              <a:t>Removal of noise such as punctuation, special characters, and </a:t>
            </a:r>
            <a:r>
              <a:rPr lang="en-US" dirty="0" err="1">
                <a:latin typeface="Arial" panose="020B0604020202020204" pitchFamily="34" charset="0"/>
                <a:cs typeface="Arial" panose="020B0604020202020204" pitchFamily="34" charset="0"/>
              </a:rPr>
              <a:t>stopwords</a:t>
            </a:r>
            <a:r>
              <a:rPr lang="en-US" dirty="0">
                <a:latin typeface="Arial" panose="020B0604020202020204" pitchFamily="34" charset="0"/>
                <a:cs typeface="Arial" panose="020B0604020202020204" pitchFamily="34" charset="0"/>
              </a:rPr>
              <a:t> </a:t>
            </a:r>
          </a:p>
          <a:p>
            <a:pPr algn="just"/>
            <a:r>
              <a:rPr lang="en-US" dirty="0">
                <a:latin typeface="Arial" panose="020B0604020202020204" pitchFamily="34" charset="0"/>
                <a:cs typeface="Arial" panose="020B0604020202020204" pitchFamily="34" charset="0"/>
              </a:rPr>
              <a:t>Conversion of text to lowercase for uniformity </a:t>
            </a:r>
          </a:p>
          <a:p>
            <a:pPr algn="just"/>
            <a:r>
              <a:rPr lang="en-US" dirty="0">
                <a:latin typeface="Arial" panose="020B0604020202020204" pitchFamily="34" charset="0"/>
                <a:cs typeface="Arial" panose="020B0604020202020204" pitchFamily="34" charset="0"/>
              </a:rPr>
              <a:t>Tokenization to split text into individual words </a:t>
            </a:r>
          </a:p>
          <a:p>
            <a:pPr algn="just"/>
            <a:r>
              <a:rPr lang="en-US" dirty="0">
                <a:latin typeface="Arial" panose="020B0604020202020204" pitchFamily="34" charset="0"/>
                <a:cs typeface="Arial" panose="020B0604020202020204" pitchFamily="34" charset="0"/>
              </a:rPr>
              <a:t>Lemmatization to reduce words to their base form </a:t>
            </a:r>
          </a:p>
          <a:p>
            <a:pPr algn="just"/>
            <a:r>
              <a:rPr lang="en-US" dirty="0">
                <a:latin typeface="Arial" panose="020B0604020202020204" pitchFamily="34" charset="0"/>
                <a:cs typeface="Arial" panose="020B0604020202020204" pitchFamily="34" charset="0"/>
              </a:rPr>
              <a:t>Handling missing values to ensure data consistency </a:t>
            </a:r>
          </a:p>
          <a:p>
            <a:pPr algn="just"/>
            <a:r>
              <a:rPr lang="en-US" dirty="0">
                <a:latin typeface="Arial" panose="020B0604020202020204" pitchFamily="34" charset="0"/>
                <a:cs typeface="Arial" panose="020B0604020202020204" pitchFamily="34" charset="0"/>
              </a:rPr>
              <a:t>Encoding categorical data into numerical format </a:t>
            </a:r>
          </a:p>
          <a:p>
            <a:pPr marL="0" indent="0" algn="just">
              <a:buNone/>
            </a:pPr>
            <a:r>
              <a:rPr lang="en-US" dirty="0">
                <a:latin typeface="Arial" panose="020B0604020202020204" pitchFamily="34" charset="0"/>
                <a:cs typeface="Arial" panose="020B0604020202020204" pitchFamily="34" charset="0"/>
              </a:rPr>
              <a:t>Preprocessing improves data quality and prepares it for feature extraction and model training.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Feature Extraction</a:t>
            </a:r>
          </a:p>
        </p:txBody>
      </p:sp>
      <p:sp>
        <p:nvSpPr>
          <p:cNvPr id="3" name="Content Placeholder 2"/>
          <p:cNvSpPr>
            <a:spLocks noGrp="1"/>
          </p:cNvSpPr>
          <p:nvPr>
            <p:ph idx="1"/>
          </p:nvPr>
        </p:nvSpPr>
        <p:spPr>
          <a:xfrm>
            <a:off x="554183" y="2489200"/>
            <a:ext cx="8063344" cy="3530600"/>
          </a:xfrm>
        </p:spPr>
        <p:txBody>
          <a:bodyPr>
            <a:normAutofit/>
          </a:bodyPr>
          <a:lstStyle/>
          <a:p>
            <a:pPr algn="just"/>
            <a:r>
              <a:rPr lang="en-US" b="1" dirty="0">
                <a:latin typeface="Arial" panose="020B0604020202020204" pitchFamily="34" charset="0"/>
                <a:cs typeface="Arial" panose="020B0604020202020204" pitchFamily="34" charset="0"/>
              </a:rPr>
              <a:t>TF-IDF (Term Frequency–Inverse Document Frequency)</a:t>
            </a:r>
            <a:r>
              <a:rPr lang="en-US" dirty="0">
                <a:latin typeface="Arial" panose="020B0604020202020204" pitchFamily="34" charset="0"/>
                <a:cs typeface="Arial" panose="020B0604020202020204" pitchFamily="34" charset="0"/>
              </a:rPr>
              <a:t> for converting text into numerical vectors </a:t>
            </a:r>
          </a:p>
          <a:p>
            <a:pPr algn="just"/>
            <a:r>
              <a:rPr lang="en-US" b="1" dirty="0">
                <a:latin typeface="Arial" panose="020B0604020202020204" pitchFamily="34" charset="0"/>
                <a:cs typeface="Arial" panose="020B0604020202020204" pitchFamily="34" charset="0"/>
              </a:rPr>
              <a:t>N-grams (unigrams + bigrams)</a:t>
            </a:r>
            <a:r>
              <a:rPr lang="en-US" dirty="0">
                <a:latin typeface="Arial" panose="020B0604020202020204" pitchFamily="34" charset="0"/>
                <a:cs typeface="Arial" panose="020B0604020202020204" pitchFamily="34" charset="0"/>
              </a:rPr>
              <a:t> to capture word sequences and writing patterns </a:t>
            </a:r>
          </a:p>
          <a:p>
            <a:pPr algn="just"/>
            <a:r>
              <a:rPr lang="en-US" b="1" dirty="0">
                <a:latin typeface="Arial" panose="020B0604020202020204" pitchFamily="34" charset="0"/>
                <a:cs typeface="Arial" panose="020B0604020202020204" pitchFamily="34" charset="0"/>
              </a:rPr>
              <a:t>Review Length</a:t>
            </a:r>
            <a:r>
              <a:rPr lang="en-US" dirty="0">
                <a:latin typeface="Arial" panose="020B0604020202020204" pitchFamily="34" charset="0"/>
                <a:cs typeface="Arial" panose="020B0604020202020204" pitchFamily="34" charset="0"/>
              </a:rPr>
              <a:t> as a statistical feature </a:t>
            </a:r>
          </a:p>
          <a:p>
            <a:pPr algn="just"/>
            <a:r>
              <a:rPr lang="en-US" b="1" dirty="0">
                <a:latin typeface="Arial" panose="020B0604020202020204" pitchFamily="34" charset="0"/>
                <a:cs typeface="Arial" panose="020B0604020202020204" pitchFamily="34" charset="0"/>
              </a:rPr>
              <a:t>Sentiment Scores</a:t>
            </a:r>
            <a:r>
              <a:rPr lang="en-US" dirty="0">
                <a:latin typeface="Arial" panose="020B0604020202020204" pitchFamily="34" charset="0"/>
                <a:cs typeface="Arial" panose="020B0604020202020204" pitchFamily="34" charset="0"/>
              </a:rPr>
              <a:t> using VADER (positive, negative, neutral, compound) </a:t>
            </a:r>
          </a:p>
          <a:p>
            <a:pPr algn="just"/>
            <a:r>
              <a:rPr lang="en-US" b="1" dirty="0">
                <a:latin typeface="Arial" panose="020B0604020202020204" pitchFamily="34" charset="0"/>
                <a:cs typeface="Arial" panose="020B0604020202020204" pitchFamily="34" charset="0"/>
              </a:rPr>
              <a:t>Behavioral Features</a:t>
            </a:r>
            <a:r>
              <a:rPr lang="en-US" dirty="0">
                <a:latin typeface="Arial" panose="020B0604020202020204" pitchFamily="34" charset="0"/>
                <a:cs typeface="Arial" panose="020B0604020202020204" pitchFamily="34" charset="0"/>
              </a:rPr>
              <a:t> such as review frequency, duplication, and rating patterns </a:t>
            </a:r>
          </a:p>
          <a:p>
            <a:pPr marL="0" indent="0" algn="just">
              <a:buNone/>
            </a:pPr>
            <a:r>
              <a:rPr lang="en-US" dirty="0">
                <a:latin typeface="Arial" panose="020B0604020202020204" pitchFamily="34" charset="0"/>
                <a:cs typeface="Arial" panose="020B0604020202020204" pitchFamily="34" charset="0"/>
              </a:rPr>
              <a:t>A hybrid combination of features improves model performance and detection accuracy.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Textual Features</a:t>
            </a:r>
            <a:endParaRPr lang="en-US" dirty="0"/>
          </a:p>
        </p:txBody>
      </p:sp>
      <p:sp>
        <p:nvSpPr>
          <p:cNvPr id="3" name="Content Placeholder 2"/>
          <p:cNvSpPr>
            <a:spLocks noGrp="1"/>
          </p:cNvSpPr>
          <p:nvPr>
            <p:ph idx="1"/>
          </p:nvPr>
        </p:nvSpPr>
        <p:spPr>
          <a:xfrm>
            <a:off x="554182" y="2489200"/>
            <a:ext cx="8091054" cy="3530600"/>
          </a:xfrm>
        </p:spPr>
        <p:txBody>
          <a:bodyPr/>
          <a:lstStyle/>
          <a:p>
            <a:r>
              <a:rPr lang="en-US" b="1" dirty="0">
                <a:latin typeface="Arial" panose="020B0604020202020204" pitchFamily="34" charset="0"/>
                <a:cs typeface="Arial" panose="020B0604020202020204" pitchFamily="34" charset="0"/>
              </a:rPr>
              <a:t>Word Count</a:t>
            </a:r>
            <a:r>
              <a:rPr lang="en-US" dirty="0">
                <a:latin typeface="Arial" panose="020B0604020202020204" pitchFamily="34" charset="0"/>
                <a:cs typeface="Arial" panose="020B0604020202020204" pitchFamily="34" charset="0"/>
              </a:rPr>
              <a:t> – Measures length of the review </a:t>
            </a:r>
          </a:p>
          <a:p>
            <a:r>
              <a:rPr lang="en-US" b="1" dirty="0">
                <a:latin typeface="Arial" panose="020B0604020202020204" pitchFamily="34" charset="0"/>
                <a:cs typeface="Arial" panose="020B0604020202020204" pitchFamily="34" charset="0"/>
              </a:rPr>
              <a:t>N-grams</a:t>
            </a:r>
            <a:r>
              <a:rPr lang="en-US" dirty="0">
                <a:latin typeface="Arial" panose="020B0604020202020204" pitchFamily="34" charset="0"/>
                <a:cs typeface="Arial" panose="020B0604020202020204" pitchFamily="34" charset="0"/>
              </a:rPr>
              <a:t> – Captures sequences of words and writing patterns </a:t>
            </a:r>
          </a:p>
          <a:p>
            <a:r>
              <a:rPr lang="en-US" b="1" dirty="0">
                <a:latin typeface="Arial" panose="020B0604020202020204" pitchFamily="34" charset="0"/>
                <a:cs typeface="Arial" panose="020B0604020202020204" pitchFamily="34" charset="0"/>
              </a:rPr>
              <a:t>TF-IDF</a:t>
            </a:r>
            <a:r>
              <a:rPr lang="en-US" dirty="0">
                <a:latin typeface="Arial" panose="020B0604020202020204" pitchFamily="34" charset="0"/>
                <a:cs typeface="Arial" panose="020B0604020202020204" pitchFamily="34" charset="0"/>
              </a:rPr>
              <a:t> – Converts text into numerical form based on word importance </a:t>
            </a:r>
            <a:endParaRPr lang="en-US" dirty="0" smtClean="0">
              <a:latin typeface="Arial" panose="020B0604020202020204" pitchFamily="34" charset="0"/>
              <a:cs typeface="Arial" panose="020B0604020202020204" pitchFamily="34" charset="0"/>
            </a:endParaRPr>
          </a:p>
          <a:p>
            <a:pPr marL="0" indent="0">
              <a:buNone/>
            </a:pPr>
            <a:r>
              <a:rPr lang="en-US" dirty="0" smtClean="0">
                <a:latin typeface="Arial" panose="020B0604020202020204" pitchFamily="34" charset="0"/>
                <a:cs typeface="Arial" panose="020B0604020202020204" pitchFamily="34" charset="0"/>
              </a:rPr>
              <a:t>These </a:t>
            </a:r>
            <a:r>
              <a:rPr lang="en-US" dirty="0">
                <a:latin typeface="Arial" panose="020B0604020202020204" pitchFamily="34" charset="0"/>
                <a:cs typeface="Arial" panose="020B0604020202020204" pitchFamily="34" charset="0"/>
              </a:rPr>
              <a:t>features help in identifying patterns such as repetitive phrases, exaggerated language, and unnatural writing styles commonly found in fake reviews.</a:t>
            </a:r>
          </a:p>
        </p:txBody>
      </p:sp>
    </p:spTree>
    <p:extLst>
      <p:ext uri="{BB962C8B-B14F-4D97-AF65-F5344CB8AC3E}">
        <p14:creationId xmlns:p14="http://schemas.microsoft.com/office/powerpoint/2010/main" val="7445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Sentiment Features</a:t>
            </a:r>
            <a:endParaRPr dirty="0"/>
          </a:p>
        </p:txBody>
      </p:sp>
      <p:sp>
        <p:nvSpPr>
          <p:cNvPr id="3" name="Content Placeholder 2"/>
          <p:cNvSpPr>
            <a:spLocks noGrp="1"/>
          </p:cNvSpPr>
          <p:nvPr>
            <p:ph idx="1"/>
          </p:nvPr>
        </p:nvSpPr>
        <p:spPr>
          <a:xfrm>
            <a:off x="544945" y="2489200"/>
            <a:ext cx="8081819" cy="3530600"/>
          </a:xfrm>
        </p:spPr>
        <p:txBody>
          <a:bodyPr/>
          <a:lstStyle/>
          <a:p>
            <a:pPr algn="just"/>
            <a:r>
              <a:rPr lang="en-US" b="1" dirty="0">
                <a:latin typeface="Arial" panose="020B0604020202020204" pitchFamily="34" charset="0"/>
                <a:cs typeface="Arial" panose="020B0604020202020204" pitchFamily="34" charset="0"/>
              </a:rPr>
              <a:t>Polarity Score</a:t>
            </a:r>
            <a:r>
              <a:rPr lang="en-US" dirty="0">
                <a:latin typeface="Arial" panose="020B0604020202020204" pitchFamily="34" charset="0"/>
                <a:cs typeface="Arial" panose="020B0604020202020204" pitchFamily="34" charset="0"/>
              </a:rPr>
              <a:t> – Determines whether sentiment is positive, negative, or neutral </a:t>
            </a:r>
          </a:p>
          <a:p>
            <a:pPr algn="just"/>
            <a:r>
              <a:rPr lang="en-US" b="1" dirty="0">
                <a:latin typeface="Arial" panose="020B0604020202020204" pitchFamily="34" charset="0"/>
                <a:cs typeface="Arial" panose="020B0604020202020204" pitchFamily="34" charset="0"/>
              </a:rPr>
              <a:t>Subjectivity Score</a:t>
            </a:r>
            <a:r>
              <a:rPr lang="en-US" dirty="0">
                <a:latin typeface="Arial" panose="020B0604020202020204" pitchFamily="34" charset="0"/>
                <a:cs typeface="Arial" panose="020B0604020202020204" pitchFamily="34" charset="0"/>
              </a:rPr>
              <a:t> – Measures whether the text is opinion-based or factual </a:t>
            </a:r>
          </a:p>
          <a:p>
            <a:pPr marL="0" indent="0" algn="just">
              <a:buNone/>
            </a:pPr>
            <a:r>
              <a:rPr lang="en-US" dirty="0">
                <a:latin typeface="Arial" panose="020B0604020202020204" pitchFamily="34" charset="0"/>
                <a:cs typeface="Arial" panose="020B0604020202020204" pitchFamily="34" charset="0"/>
              </a:rPr>
              <a:t>Fake reviews often exhibit </a:t>
            </a:r>
            <a:r>
              <a:rPr lang="en-US" b="1" dirty="0">
                <a:latin typeface="Arial" panose="020B0604020202020204" pitchFamily="34" charset="0"/>
                <a:cs typeface="Arial" panose="020B0604020202020204" pitchFamily="34" charset="0"/>
              </a:rPr>
              <a:t>extreme sentiment</a:t>
            </a:r>
            <a:r>
              <a:rPr lang="en-US" dirty="0">
                <a:latin typeface="Arial" panose="020B0604020202020204" pitchFamily="34" charset="0"/>
                <a:cs typeface="Arial" panose="020B0604020202020204" pitchFamily="34" charset="0"/>
              </a:rPr>
              <a:t>, such as overly positive or overly negative opinions.</a:t>
            </a:r>
          </a:p>
          <a:p>
            <a:pPr marL="0" indent="0" algn="just">
              <a:buNone/>
            </a:pPr>
            <a:r>
              <a:rPr lang="en-US" dirty="0">
                <a:latin typeface="Arial" panose="020B0604020202020204" pitchFamily="34" charset="0"/>
                <a:cs typeface="Arial" panose="020B0604020202020204" pitchFamily="34" charset="0"/>
              </a:rPr>
              <a:t>Sentiment analysis is performed using the </a:t>
            </a:r>
            <a:r>
              <a:rPr lang="en-US" b="1" dirty="0">
                <a:latin typeface="Arial" panose="020B0604020202020204" pitchFamily="34" charset="0"/>
                <a:cs typeface="Arial" panose="020B0604020202020204" pitchFamily="34" charset="0"/>
              </a:rPr>
              <a:t>VADER model</a:t>
            </a:r>
            <a:r>
              <a:rPr lang="en-US" dirty="0">
                <a:latin typeface="Arial" panose="020B0604020202020204" pitchFamily="34" charset="0"/>
                <a:cs typeface="Arial" panose="020B0604020202020204" pitchFamily="34" charset="0"/>
              </a:rPr>
              <a:t>, which provides fine-grained sentiment scores.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Behavioral Features</a:t>
            </a:r>
            <a:endParaRPr dirty="0"/>
          </a:p>
        </p:txBody>
      </p:sp>
      <p:sp>
        <p:nvSpPr>
          <p:cNvPr id="3" name="Content Placeholder 2"/>
          <p:cNvSpPr>
            <a:spLocks noGrp="1"/>
          </p:cNvSpPr>
          <p:nvPr>
            <p:ph idx="1"/>
          </p:nvPr>
        </p:nvSpPr>
        <p:spPr>
          <a:xfrm>
            <a:off x="554183" y="2489200"/>
            <a:ext cx="8109526" cy="3530600"/>
          </a:xfrm>
        </p:spPr>
        <p:txBody>
          <a:bodyPr>
            <a:normAutofit/>
          </a:bodyPr>
          <a:lstStyle/>
          <a:p>
            <a:r>
              <a:rPr lang="en-US" b="1" dirty="0">
                <a:latin typeface="Arial" panose="020B0604020202020204" pitchFamily="34" charset="0"/>
                <a:cs typeface="Arial" panose="020B0604020202020204" pitchFamily="34" charset="0"/>
              </a:rPr>
              <a:t>Review Frequency</a:t>
            </a:r>
            <a:r>
              <a:rPr lang="en-US" dirty="0">
                <a:latin typeface="Arial" panose="020B0604020202020204" pitchFamily="34" charset="0"/>
                <a:cs typeface="Arial" panose="020B0604020202020204" pitchFamily="34" charset="0"/>
              </a:rPr>
              <a:t> – Detects users posting many reviews in a short time </a:t>
            </a:r>
          </a:p>
          <a:p>
            <a:r>
              <a:rPr lang="en-US" b="1" dirty="0">
                <a:latin typeface="Arial" panose="020B0604020202020204" pitchFamily="34" charset="0"/>
                <a:cs typeface="Arial" panose="020B0604020202020204" pitchFamily="34" charset="0"/>
              </a:rPr>
              <a:t>Rating Pattern</a:t>
            </a:r>
            <a:r>
              <a:rPr lang="en-US" dirty="0">
                <a:latin typeface="Arial" panose="020B0604020202020204" pitchFamily="34" charset="0"/>
                <a:cs typeface="Arial" panose="020B0604020202020204" pitchFamily="34" charset="0"/>
              </a:rPr>
              <a:t> – Identifies users giving mostly extreme ratings </a:t>
            </a:r>
          </a:p>
          <a:p>
            <a:r>
              <a:rPr lang="en-US" b="1" dirty="0">
                <a:latin typeface="Arial" panose="020B0604020202020204" pitchFamily="34" charset="0"/>
                <a:cs typeface="Arial" panose="020B0604020202020204" pitchFamily="34" charset="0"/>
              </a:rPr>
              <a:t>Duplicate Reviews</a:t>
            </a:r>
            <a:r>
              <a:rPr lang="en-US" dirty="0">
                <a:latin typeface="Arial" panose="020B0604020202020204" pitchFamily="34" charset="0"/>
                <a:cs typeface="Arial" panose="020B0604020202020204" pitchFamily="34" charset="0"/>
              </a:rPr>
              <a:t> – Detects repeated or similar content </a:t>
            </a:r>
          </a:p>
          <a:p>
            <a:r>
              <a:rPr lang="en-US" b="1" dirty="0">
                <a:latin typeface="Arial" panose="020B0604020202020204" pitchFamily="34" charset="0"/>
                <a:cs typeface="Arial" panose="020B0604020202020204" pitchFamily="34" charset="0"/>
              </a:rPr>
              <a:t>Readability Score</a:t>
            </a:r>
            <a:r>
              <a:rPr lang="en-US" dirty="0">
                <a:latin typeface="Arial" panose="020B0604020202020204" pitchFamily="34" charset="0"/>
                <a:cs typeface="Arial" panose="020B0604020202020204" pitchFamily="34" charset="0"/>
              </a:rPr>
              <a:t> – Identifies unnatural or bot-like text </a:t>
            </a:r>
          </a:p>
          <a:p>
            <a:pPr marL="0" indent="0">
              <a:buNone/>
            </a:pPr>
            <a:r>
              <a:rPr lang="en-US" dirty="0">
                <a:latin typeface="Arial" panose="020B0604020202020204" pitchFamily="34" charset="0"/>
                <a:cs typeface="Arial" panose="020B0604020202020204" pitchFamily="34" charset="0"/>
              </a:rPr>
              <a:t>Behavioral features provide strong indicators of suspicious activity and significantly improve detection accuracy.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Machine Learning Models</a:t>
            </a:r>
          </a:p>
        </p:txBody>
      </p:sp>
      <p:sp>
        <p:nvSpPr>
          <p:cNvPr id="3" name="Content Placeholder 2"/>
          <p:cNvSpPr>
            <a:spLocks noGrp="1"/>
          </p:cNvSpPr>
          <p:nvPr>
            <p:ph idx="1"/>
          </p:nvPr>
        </p:nvSpPr>
        <p:spPr>
          <a:xfrm>
            <a:off x="526473" y="2489200"/>
            <a:ext cx="8081817" cy="3530600"/>
          </a:xfrm>
        </p:spPr>
        <p:txBody>
          <a:bodyPr/>
          <a:lstStyle/>
          <a:p>
            <a:pPr algn="just"/>
            <a:r>
              <a:rPr lang="en-US" b="1" dirty="0">
                <a:latin typeface="Arial" panose="020B0604020202020204" pitchFamily="34" charset="0"/>
                <a:cs typeface="Arial" panose="020B0604020202020204" pitchFamily="34" charset="0"/>
              </a:rPr>
              <a:t>Logistic Regression</a:t>
            </a:r>
            <a:r>
              <a:rPr lang="en-US" dirty="0">
                <a:latin typeface="Arial" panose="020B0604020202020204" pitchFamily="34" charset="0"/>
                <a:cs typeface="Arial" panose="020B0604020202020204" pitchFamily="34" charset="0"/>
              </a:rPr>
              <a:t> – Simple and effective baseline model </a:t>
            </a:r>
          </a:p>
          <a:p>
            <a:pPr algn="just"/>
            <a:r>
              <a:rPr lang="en-US" b="1" dirty="0">
                <a:latin typeface="Arial" panose="020B0604020202020204" pitchFamily="34" charset="0"/>
                <a:cs typeface="Arial" panose="020B0604020202020204" pitchFamily="34" charset="0"/>
              </a:rPr>
              <a:t>Support Vector Machine (SVM)</a:t>
            </a:r>
            <a:r>
              <a:rPr lang="en-US" dirty="0">
                <a:latin typeface="Arial" panose="020B0604020202020204" pitchFamily="34" charset="0"/>
                <a:cs typeface="Arial" panose="020B0604020202020204" pitchFamily="34" charset="0"/>
              </a:rPr>
              <a:t> – Handles high-dimensional text data efficiently </a:t>
            </a:r>
          </a:p>
          <a:p>
            <a:pPr algn="just"/>
            <a:r>
              <a:rPr lang="en-US" b="1" dirty="0">
                <a:latin typeface="Arial" panose="020B0604020202020204" pitchFamily="34" charset="0"/>
                <a:cs typeface="Arial" panose="020B0604020202020204" pitchFamily="34" charset="0"/>
              </a:rPr>
              <a:t>Random Forest</a:t>
            </a:r>
            <a:r>
              <a:rPr lang="en-US" dirty="0">
                <a:latin typeface="Arial" panose="020B0604020202020204" pitchFamily="34" charset="0"/>
                <a:cs typeface="Arial" panose="020B0604020202020204" pitchFamily="34" charset="0"/>
              </a:rPr>
              <a:t> – Ensemble model that improves accuracy and reduces overfitting </a:t>
            </a:r>
          </a:p>
          <a:p>
            <a:pPr marL="0" indent="0" algn="just">
              <a:buNone/>
            </a:pPr>
            <a:r>
              <a:rPr lang="en-US" dirty="0">
                <a:latin typeface="Arial" panose="020B0604020202020204" pitchFamily="34" charset="0"/>
                <a:cs typeface="Arial" panose="020B0604020202020204" pitchFamily="34" charset="0"/>
              </a:rPr>
              <a:t>These models are trained on extracted features and used to classify reviews as fake or genuine.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Deep Learning </a:t>
            </a:r>
            <a:r>
              <a:rPr dirty="0" smtClean="0"/>
              <a:t>Model</a:t>
            </a:r>
            <a:r>
              <a:rPr lang="en-US" dirty="0"/>
              <a:t>– LSTM</a:t>
            </a:r>
            <a:endParaRPr dirty="0"/>
          </a:p>
        </p:txBody>
      </p:sp>
      <p:sp>
        <p:nvSpPr>
          <p:cNvPr id="3" name="Content Placeholder 2"/>
          <p:cNvSpPr>
            <a:spLocks noGrp="1"/>
          </p:cNvSpPr>
          <p:nvPr>
            <p:ph idx="1"/>
          </p:nvPr>
        </p:nvSpPr>
        <p:spPr>
          <a:xfrm>
            <a:off x="554183" y="2489200"/>
            <a:ext cx="8155708" cy="3530600"/>
          </a:xfrm>
        </p:spPr>
        <p:txBody>
          <a:bodyPr/>
          <a:lstStyle/>
          <a:p>
            <a:pPr algn="just"/>
            <a:r>
              <a:rPr lang="en-US" dirty="0">
                <a:latin typeface="Arial" panose="020B0604020202020204" pitchFamily="34" charset="0"/>
                <a:cs typeface="Arial" panose="020B0604020202020204" pitchFamily="34" charset="0"/>
              </a:rPr>
              <a:t>Uses sequential processing of text data </a:t>
            </a:r>
          </a:p>
          <a:p>
            <a:pPr algn="just"/>
            <a:r>
              <a:rPr lang="en-US" dirty="0">
                <a:latin typeface="Arial" panose="020B0604020202020204" pitchFamily="34" charset="0"/>
                <a:cs typeface="Arial" panose="020B0604020202020204" pitchFamily="34" charset="0"/>
              </a:rPr>
              <a:t>Pipeline: Tokenization → Padding → Embedding → LSTM layers </a:t>
            </a:r>
          </a:p>
          <a:p>
            <a:pPr algn="just"/>
            <a:r>
              <a:rPr lang="en-US" dirty="0">
                <a:latin typeface="Arial" panose="020B0604020202020204" pitchFamily="34" charset="0"/>
                <a:cs typeface="Arial" panose="020B0604020202020204" pitchFamily="34" charset="0"/>
              </a:rPr>
              <a:t>Captures contextual relationships and long-term dependencies </a:t>
            </a:r>
          </a:p>
          <a:p>
            <a:pPr algn="just"/>
            <a:r>
              <a:rPr lang="en-US" dirty="0">
                <a:latin typeface="Arial" panose="020B0604020202020204" pitchFamily="34" charset="0"/>
                <a:cs typeface="Arial" panose="020B0604020202020204" pitchFamily="34" charset="0"/>
              </a:rPr>
              <a:t>Performs better on complex and long reviews </a:t>
            </a:r>
          </a:p>
          <a:p>
            <a:pPr marL="0" indent="0" algn="just">
              <a:buNone/>
            </a:pPr>
            <a:r>
              <a:rPr lang="en-US" dirty="0">
                <a:latin typeface="Arial" panose="020B0604020202020204" pitchFamily="34" charset="0"/>
                <a:cs typeface="Arial" panose="020B0604020202020204" pitchFamily="34" charset="0"/>
              </a:rPr>
              <a:t>LSTM complements machine learning models by improving detection of subtle patterns.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Explainable AI</a:t>
            </a:r>
          </a:p>
        </p:txBody>
      </p:sp>
      <p:sp>
        <p:nvSpPr>
          <p:cNvPr id="3" name="Content Placeholder 2"/>
          <p:cNvSpPr>
            <a:spLocks noGrp="1"/>
          </p:cNvSpPr>
          <p:nvPr>
            <p:ph idx="1"/>
          </p:nvPr>
        </p:nvSpPr>
        <p:spPr>
          <a:xfrm>
            <a:off x="526473" y="2489200"/>
            <a:ext cx="8118763" cy="3530600"/>
          </a:xfrm>
        </p:spPr>
        <p:txBody>
          <a:bodyPr/>
          <a:lstStyle/>
          <a:p>
            <a:pPr algn="just"/>
            <a:r>
              <a:rPr lang="en-US" dirty="0">
                <a:latin typeface="Arial" panose="020B0604020202020204" pitchFamily="34" charset="0"/>
                <a:cs typeface="Arial" panose="020B0604020202020204" pitchFamily="34" charset="0"/>
              </a:rPr>
              <a:t>SHAP (</a:t>
            </a:r>
            <a:r>
              <a:rPr lang="en-US" dirty="0" err="1">
                <a:latin typeface="Arial" panose="020B0604020202020204" pitchFamily="34" charset="0"/>
                <a:cs typeface="Arial" panose="020B0604020202020204" pitchFamily="34" charset="0"/>
              </a:rPr>
              <a:t>SHapley</a:t>
            </a:r>
            <a:r>
              <a:rPr lang="en-US" dirty="0">
                <a:latin typeface="Arial" panose="020B0604020202020204" pitchFamily="34" charset="0"/>
                <a:cs typeface="Arial" panose="020B0604020202020204" pitchFamily="34" charset="0"/>
              </a:rPr>
              <a:t> Additive Explanations) is used for model interpretation </a:t>
            </a:r>
          </a:p>
          <a:p>
            <a:pPr algn="just"/>
            <a:r>
              <a:rPr lang="en-US" dirty="0">
                <a:latin typeface="Arial" panose="020B0604020202020204" pitchFamily="34" charset="0"/>
                <a:cs typeface="Arial" panose="020B0604020202020204" pitchFamily="34" charset="0"/>
              </a:rPr>
              <a:t>Identifies important words/features influencing predictions </a:t>
            </a:r>
          </a:p>
          <a:p>
            <a:pPr algn="just"/>
            <a:r>
              <a:rPr lang="en-US" dirty="0">
                <a:latin typeface="Arial" panose="020B0604020202020204" pitchFamily="34" charset="0"/>
                <a:cs typeface="Arial" panose="020B0604020202020204" pitchFamily="34" charset="0"/>
              </a:rPr>
              <a:t>Provides transparency and improves trust in the system </a:t>
            </a:r>
          </a:p>
          <a:p>
            <a:pPr algn="just"/>
            <a:r>
              <a:rPr lang="en-US" dirty="0">
                <a:latin typeface="Arial" panose="020B0604020202020204" pitchFamily="34" charset="0"/>
                <a:cs typeface="Arial" panose="020B0604020202020204" pitchFamily="34" charset="0"/>
              </a:rPr>
              <a:t>Helps users understand why a review is classified as fake or genuine </a:t>
            </a:r>
          </a:p>
          <a:p>
            <a:pPr marL="0" indent="0" algn="just">
              <a:buNone/>
            </a:pPr>
            <a:r>
              <a:rPr lang="en-US" dirty="0" err="1">
                <a:latin typeface="Arial" panose="020B0604020202020204" pitchFamily="34" charset="0"/>
                <a:cs typeface="Arial" panose="020B0604020202020204" pitchFamily="34" charset="0"/>
              </a:rPr>
              <a:t>Explainability</a:t>
            </a:r>
            <a:r>
              <a:rPr lang="en-US" dirty="0">
                <a:latin typeface="Arial" panose="020B0604020202020204" pitchFamily="34" charset="0"/>
                <a:cs typeface="Arial" panose="020B0604020202020204" pitchFamily="34" charset="0"/>
              </a:rPr>
              <a:t> is essential for real-world AI applications.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Dataset Challenges</a:t>
            </a:r>
          </a:p>
        </p:txBody>
      </p:sp>
      <p:sp>
        <p:nvSpPr>
          <p:cNvPr id="3" name="Content Placeholder 2"/>
          <p:cNvSpPr>
            <a:spLocks noGrp="1"/>
          </p:cNvSpPr>
          <p:nvPr>
            <p:ph idx="1"/>
          </p:nvPr>
        </p:nvSpPr>
        <p:spPr>
          <a:xfrm>
            <a:off x="581891" y="2489200"/>
            <a:ext cx="8063345" cy="3530600"/>
          </a:xfrm>
        </p:spPr>
        <p:txBody>
          <a:bodyPr/>
          <a:lstStyle/>
          <a:p>
            <a:pPr algn="just"/>
            <a:r>
              <a:rPr lang="en-US" b="1" dirty="0"/>
              <a:t>Class Imbalance</a:t>
            </a:r>
            <a:r>
              <a:rPr lang="en-US" dirty="0"/>
              <a:t> – Genuine reviews are usually more than fake ones </a:t>
            </a:r>
          </a:p>
          <a:p>
            <a:pPr algn="just"/>
            <a:r>
              <a:rPr lang="en-US" b="1" dirty="0"/>
              <a:t>Noisy Text Data</a:t>
            </a:r>
            <a:r>
              <a:rPr lang="en-US" dirty="0"/>
              <a:t> – Includes </a:t>
            </a:r>
            <a:r>
              <a:rPr lang="en-US" dirty="0" err="1"/>
              <a:t>stopwords</a:t>
            </a:r>
            <a:r>
              <a:rPr lang="en-US" dirty="0"/>
              <a:t>, punctuation, and irrelevant words </a:t>
            </a:r>
          </a:p>
          <a:p>
            <a:pPr algn="just"/>
            <a:r>
              <a:rPr lang="en-US" b="1" dirty="0"/>
              <a:t>Missing Values</a:t>
            </a:r>
            <a:r>
              <a:rPr lang="en-US" dirty="0"/>
              <a:t> – Some fields may be incomplete </a:t>
            </a:r>
          </a:p>
          <a:p>
            <a:pPr algn="just"/>
            <a:r>
              <a:rPr lang="en-US" b="1" dirty="0"/>
              <a:t>Variability</a:t>
            </a:r>
            <a:r>
              <a:rPr lang="en-US" dirty="0"/>
              <a:t> – Different writing styles across users </a:t>
            </a:r>
          </a:p>
          <a:p>
            <a:pPr marL="0" indent="0" algn="just">
              <a:buNone/>
            </a:pPr>
            <a:r>
              <a:rPr lang="en-US" dirty="0"/>
              <a:t>These challenges require proper preprocessing and feature engineering to ensure model accuracy.</a:t>
            </a:r>
          </a:p>
        </p:txBody>
      </p:sp>
    </p:spTree>
    <p:extLst>
      <p:ext uri="{BB962C8B-B14F-4D97-AF65-F5344CB8AC3E}">
        <p14:creationId xmlns:p14="http://schemas.microsoft.com/office/powerpoint/2010/main" val="4903140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 Evaluation</a:t>
            </a:r>
          </a:p>
        </p:txBody>
      </p:sp>
      <p:sp>
        <p:nvSpPr>
          <p:cNvPr id="3" name="Content Placeholder 2"/>
          <p:cNvSpPr>
            <a:spLocks noGrp="1"/>
          </p:cNvSpPr>
          <p:nvPr>
            <p:ph idx="1"/>
          </p:nvPr>
        </p:nvSpPr>
        <p:spPr>
          <a:xfrm>
            <a:off x="544945" y="2489200"/>
            <a:ext cx="8091055" cy="3530600"/>
          </a:xfrm>
        </p:spPr>
        <p:txBody>
          <a:bodyPr/>
          <a:lstStyle/>
          <a:p>
            <a:pPr algn="just" eaLnBrk="0" fontAlgn="base" hangingPunct="0"/>
            <a:r>
              <a:rPr lang="en-US" dirty="0">
                <a:latin typeface="Arial" panose="020B0604020202020204" pitchFamily="34" charset="0"/>
                <a:cs typeface="Arial" panose="020B0604020202020204" pitchFamily="34" charset="0"/>
              </a:rPr>
              <a:t>Dataset is split into </a:t>
            </a:r>
            <a:r>
              <a:rPr lang="en-US" b="1" dirty="0">
                <a:latin typeface="Arial" panose="020B0604020202020204" pitchFamily="34" charset="0"/>
                <a:cs typeface="Arial" panose="020B0604020202020204" pitchFamily="34" charset="0"/>
              </a:rPr>
              <a:t>training and testing sets (80:20)</a:t>
            </a:r>
            <a:r>
              <a:rPr lang="en-US" dirty="0">
                <a:latin typeface="Arial" panose="020B0604020202020204" pitchFamily="34" charset="0"/>
                <a:cs typeface="Arial" panose="020B0604020202020204" pitchFamily="34" charset="0"/>
              </a:rPr>
              <a:t> </a:t>
            </a:r>
            <a:endParaRPr lang="en-US" dirty="0">
              <a:latin typeface="Arial" panose="020B0604020202020204" pitchFamily="34" charset="0"/>
              <a:cs typeface="Arial" panose="020B0604020202020204" pitchFamily="34" charset="0"/>
            </a:endParaRPr>
          </a:p>
          <a:p>
            <a:pPr algn="just" eaLnBrk="0" fontAlgn="base" hangingPunct="0"/>
            <a:r>
              <a:rPr lang="en-US" dirty="0">
                <a:latin typeface="Arial" panose="020B0604020202020204" pitchFamily="34" charset="0"/>
                <a:cs typeface="Arial" panose="020B0604020202020204" pitchFamily="34" charset="0"/>
              </a:rPr>
              <a:t>Models are evaluated using: </a:t>
            </a:r>
            <a:endParaRPr lang="en-US" dirty="0">
              <a:latin typeface="Arial" panose="020B0604020202020204" pitchFamily="34" charset="0"/>
              <a:cs typeface="Arial" panose="020B0604020202020204" pitchFamily="34" charset="0"/>
            </a:endParaRPr>
          </a:p>
          <a:p>
            <a:pPr lvl="1" algn="just" eaLnBrk="0" fontAlgn="base" hangingPunct="0">
              <a:buFont typeface="Wingdings" panose="05000000000000000000" pitchFamily="2" charset="2"/>
              <a:buChar char="q"/>
            </a:pPr>
            <a:r>
              <a:rPr lang="en-US" b="1" dirty="0">
                <a:latin typeface="Arial" panose="020B0604020202020204" pitchFamily="34" charset="0"/>
                <a:cs typeface="Arial" panose="020B0604020202020204" pitchFamily="34" charset="0"/>
              </a:rPr>
              <a:t>Accuracy</a:t>
            </a:r>
            <a:r>
              <a:rPr lang="en-US" dirty="0">
                <a:latin typeface="Arial" panose="020B0604020202020204" pitchFamily="34" charset="0"/>
                <a:cs typeface="Arial" panose="020B0604020202020204" pitchFamily="34" charset="0"/>
              </a:rPr>
              <a:t> – overall correctness </a:t>
            </a:r>
            <a:endParaRPr lang="en-US" dirty="0">
              <a:latin typeface="Arial" panose="020B0604020202020204" pitchFamily="34" charset="0"/>
              <a:cs typeface="Arial" panose="020B0604020202020204" pitchFamily="34" charset="0"/>
            </a:endParaRPr>
          </a:p>
          <a:p>
            <a:pPr lvl="1" algn="just" eaLnBrk="0" fontAlgn="base" hangingPunct="0">
              <a:buFont typeface="Wingdings" panose="05000000000000000000" pitchFamily="2" charset="2"/>
              <a:buChar char="q"/>
            </a:pPr>
            <a:r>
              <a:rPr lang="en-US" b="1" dirty="0">
                <a:latin typeface="Arial" panose="020B0604020202020204" pitchFamily="34" charset="0"/>
                <a:cs typeface="Arial" panose="020B0604020202020204" pitchFamily="34" charset="0"/>
              </a:rPr>
              <a:t>Precision</a:t>
            </a:r>
            <a:r>
              <a:rPr lang="en-US" dirty="0">
                <a:latin typeface="Arial" panose="020B0604020202020204" pitchFamily="34" charset="0"/>
                <a:cs typeface="Arial" panose="020B0604020202020204" pitchFamily="34" charset="0"/>
              </a:rPr>
              <a:t> – correctness of positive predictions </a:t>
            </a:r>
            <a:endParaRPr lang="en-US" dirty="0">
              <a:latin typeface="Arial" panose="020B0604020202020204" pitchFamily="34" charset="0"/>
              <a:cs typeface="Arial" panose="020B0604020202020204" pitchFamily="34" charset="0"/>
            </a:endParaRPr>
          </a:p>
          <a:p>
            <a:pPr lvl="1" algn="just" eaLnBrk="0" fontAlgn="base" hangingPunct="0">
              <a:buFont typeface="Wingdings" panose="05000000000000000000" pitchFamily="2" charset="2"/>
              <a:buChar char="q"/>
            </a:pPr>
            <a:r>
              <a:rPr lang="en-US" b="1" dirty="0">
                <a:latin typeface="Arial" panose="020B0604020202020204" pitchFamily="34" charset="0"/>
                <a:cs typeface="Arial" panose="020B0604020202020204" pitchFamily="34" charset="0"/>
              </a:rPr>
              <a:t>Recall</a:t>
            </a:r>
            <a:r>
              <a:rPr lang="en-US" dirty="0">
                <a:latin typeface="Arial" panose="020B0604020202020204" pitchFamily="34" charset="0"/>
                <a:cs typeface="Arial" panose="020B0604020202020204" pitchFamily="34" charset="0"/>
              </a:rPr>
              <a:t> – ability to detect fake reviews </a:t>
            </a:r>
            <a:endParaRPr lang="en-US" dirty="0">
              <a:latin typeface="Arial" panose="020B0604020202020204" pitchFamily="34" charset="0"/>
              <a:cs typeface="Arial" panose="020B0604020202020204" pitchFamily="34" charset="0"/>
            </a:endParaRPr>
          </a:p>
          <a:p>
            <a:pPr lvl="1" algn="just" eaLnBrk="0" fontAlgn="base" hangingPunct="0">
              <a:buFont typeface="Wingdings" panose="05000000000000000000" pitchFamily="2" charset="2"/>
              <a:buChar char="q"/>
            </a:pPr>
            <a:r>
              <a:rPr lang="en-US" b="1" dirty="0">
                <a:latin typeface="Arial" panose="020B0604020202020204" pitchFamily="34" charset="0"/>
                <a:cs typeface="Arial" panose="020B0604020202020204" pitchFamily="34" charset="0"/>
              </a:rPr>
              <a:t>F1-Score</a:t>
            </a:r>
            <a:r>
              <a:rPr lang="en-US" dirty="0">
                <a:latin typeface="Arial" panose="020B0604020202020204" pitchFamily="34" charset="0"/>
                <a:cs typeface="Arial" panose="020B0604020202020204" pitchFamily="34" charset="0"/>
              </a:rPr>
              <a:t> – balance between precision and recall </a:t>
            </a:r>
            <a:endParaRPr lang="en-US" dirty="0">
              <a:latin typeface="Arial" panose="020B0604020202020204" pitchFamily="34" charset="0"/>
              <a:cs typeface="Arial" panose="020B0604020202020204" pitchFamily="34" charset="0"/>
            </a:endParaRPr>
          </a:p>
          <a:p>
            <a:pPr algn="just" eaLnBrk="0" fontAlgn="base" hangingPunct="0"/>
            <a:r>
              <a:rPr lang="en-US" b="1" dirty="0">
                <a:latin typeface="Arial" panose="020B0604020202020204" pitchFamily="34" charset="0"/>
                <a:cs typeface="Arial" panose="020B0604020202020204" pitchFamily="34" charset="0"/>
              </a:rPr>
              <a:t>Confusion Matrix</a:t>
            </a:r>
            <a:r>
              <a:rPr lang="en-US" dirty="0">
                <a:latin typeface="Arial" panose="020B0604020202020204" pitchFamily="34" charset="0"/>
                <a:cs typeface="Arial" panose="020B0604020202020204" pitchFamily="34" charset="0"/>
              </a:rPr>
              <a:t> used to analyze classification errors </a:t>
            </a:r>
            <a:endParaRPr lang="en-US" dirty="0">
              <a:latin typeface="Arial" panose="020B0604020202020204" pitchFamily="34" charset="0"/>
              <a:cs typeface="Arial" panose="020B0604020202020204" pitchFamily="34" charset="0"/>
            </a:endParaRPr>
          </a:p>
          <a:p>
            <a:pPr algn="just" eaLnBrk="0" fontAlgn="base" hangingPunct="0"/>
            <a:r>
              <a:rPr lang="en-US" b="1" dirty="0">
                <a:latin typeface="Arial" panose="020B0604020202020204" pitchFamily="34" charset="0"/>
                <a:cs typeface="Arial" panose="020B0604020202020204" pitchFamily="34" charset="0"/>
              </a:rPr>
              <a:t>Cross-validation</a:t>
            </a:r>
            <a:r>
              <a:rPr lang="en-US" dirty="0">
                <a:latin typeface="Arial" panose="020B0604020202020204" pitchFamily="34" charset="0"/>
                <a:cs typeface="Arial" panose="020B0604020202020204" pitchFamily="34" charset="0"/>
              </a:rPr>
              <a:t> ensures model stability and avoids overfitting </a:t>
            </a:r>
            <a:endParaRPr lang="en-US" dirty="0">
              <a:effectLst/>
              <a:latin typeface="Arial" panose="020B0604020202020204" pitchFamily="34" charset="0"/>
              <a:cs typeface="Arial" panose="020B0604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System Architecture</a:t>
            </a:r>
          </a:p>
        </p:txBody>
      </p:sp>
      <p:pic>
        <p:nvPicPr>
          <p:cNvPr id="4" name="Content Placeholder 3"/>
          <p:cNvPicPr>
            <a:picLocks noGrp="1"/>
          </p:cNvPicPr>
          <p:nvPr>
            <p:ph idx="1"/>
          </p:nvPr>
        </p:nvPicPr>
        <p:blipFill rotWithShape="1">
          <a:blip r:embed="rId2" cstate="print">
            <a:extLst>
              <a:ext uri="{28A0092B-C50C-407E-A947-70E740481C1C}">
                <a14:useLocalDpi xmlns:a14="http://schemas.microsoft.com/office/drawing/2010/main" val="0"/>
              </a:ext>
            </a:extLst>
          </a:blip>
          <a:srcRect l="19129" t="1592" r="17391" b="26087"/>
          <a:stretch/>
        </p:blipFill>
        <p:spPr bwMode="auto">
          <a:xfrm>
            <a:off x="3009267" y="2108386"/>
            <a:ext cx="3262223" cy="4033795"/>
          </a:xfrm>
          <a:prstGeom prst="rect">
            <a:avLst/>
          </a:prstGeom>
          <a:ln>
            <a:noFill/>
          </a:ln>
          <a:extLst>
            <a:ext uri="{53640926-AAD7-44D8-BBD7-CCE9431645EC}">
              <a14:shadowObscured xmlns:a14="http://schemas.microsoft.com/office/drawing/2010/main"/>
            </a:ext>
          </a:extLst>
        </p:spPr>
      </p:pic>
      <p:sp>
        <p:nvSpPr>
          <p:cNvPr id="5" name="Rectangle 4"/>
          <p:cNvSpPr/>
          <p:nvPr/>
        </p:nvSpPr>
        <p:spPr>
          <a:xfrm>
            <a:off x="380105" y="6119305"/>
            <a:ext cx="8320550" cy="646331"/>
          </a:xfrm>
          <a:prstGeom prst="rect">
            <a:avLst/>
          </a:prstGeom>
        </p:spPr>
        <p:txBody>
          <a:bodyPr wrap="square">
            <a:spAutoFit/>
          </a:bodyPr>
          <a:lstStyle/>
          <a:p>
            <a:pPr algn="just"/>
            <a:r>
              <a:rPr lang="en-US" dirty="0">
                <a:latin typeface="Arial" panose="020B0604020202020204" pitchFamily="34" charset="0"/>
                <a:cs typeface="Arial" panose="020B0604020202020204" pitchFamily="34" charset="0"/>
              </a:rPr>
              <a:t>The system follows a pipeline architecture where each module contributes to the final prediction.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&amp; Insights</a:t>
            </a:r>
          </a:p>
        </p:txBody>
      </p:sp>
      <p:sp>
        <p:nvSpPr>
          <p:cNvPr id="3" name="Content Placeholder 2"/>
          <p:cNvSpPr>
            <a:spLocks noGrp="1"/>
          </p:cNvSpPr>
          <p:nvPr>
            <p:ph idx="1"/>
          </p:nvPr>
        </p:nvSpPr>
        <p:spPr>
          <a:xfrm>
            <a:off x="544945" y="2489200"/>
            <a:ext cx="8118763" cy="3530600"/>
          </a:xfrm>
        </p:spPr>
        <p:txBody>
          <a:bodyPr>
            <a:normAutofit/>
          </a:bodyPr>
          <a:lstStyle/>
          <a:p>
            <a:r>
              <a:rPr lang="en-US" dirty="0">
                <a:latin typeface="Arial" panose="020B0604020202020204" pitchFamily="34" charset="0"/>
                <a:cs typeface="Arial" panose="020B0604020202020204" pitchFamily="34" charset="0"/>
              </a:rPr>
              <a:t>Accurate classification of fake and genuine reviews </a:t>
            </a:r>
          </a:p>
          <a:p>
            <a:r>
              <a:rPr lang="en-US" dirty="0">
                <a:latin typeface="Arial" panose="020B0604020202020204" pitchFamily="34" charset="0"/>
                <a:cs typeface="Arial" panose="020B0604020202020204" pitchFamily="34" charset="0"/>
              </a:rPr>
              <a:t>Detection of patterns such as: </a:t>
            </a:r>
          </a:p>
          <a:p>
            <a:pPr lvl="1">
              <a:buFont typeface="Wingdings" panose="05000000000000000000" pitchFamily="2" charset="2"/>
              <a:buChar char="q"/>
            </a:pPr>
            <a:r>
              <a:rPr lang="en-US" dirty="0">
                <a:latin typeface="Arial" panose="020B0604020202020204" pitchFamily="34" charset="0"/>
                <a:cs typeface="Arial" panose="020B0604020202020204" pitchFamily="34" charset="0"/>
              </a:rPr>
              <a:t>Repetitive and exaggerated language </a:t>
            </a:r>
          </a:p>
          <a:p>
            <a:pPr lvl="1">
              <a:buFont typeface="Wingdings" panose="05000000000000000000" pitchFamily="2" charset="2"/>
              <a:buChar char="q"/>
            </a:pPr>
            <a:r>
              <a:rPr lang="en-US" dirty="0">
                <a:latin typeface="Arial" panose="020B0604020202020204" pitchFamily="34" charset="0"/>
                <a:cs typeface="Arial" panose="020B0604020202020204" pitchFamily="34" charset="0"/>
              </a:rPr>
              <a:t>Extreme sentiment behavior </a:t>
            </a:r>
          </a:p>
          <a:p>
            <a:r>
              <a:rPr lang="en-US" dirty="0">
                <a:latin typeface="Arial" panose="020B0604020202020204" pitchFamily="34" charset="0"/>
                <a:cs typeface="Arial" panose="020B0604020202020204" pitchFamily="34" charset="0"/>
              </a:rPr>
              <a:t>Identification of suspicious users through behavioral analysis </a:t>
            </a:r>
          </a:p>
          <a:p>
            <a:r>
              <a:rPr lang="en-US" dirty="0">
                <a:latin typeface="Arial" panose="020B0604020202020204" pitchFamily="34" charset="0"/>
                <a:cs typeface="Arial" panose="020B0604020202020204" pitchFamily="34" charset="0"/>
              </a:rPr>
              <a:t>Confidence score (Trust Gauge) based on model predictions </a:t>
            </a:r>
          </a:p>
          <a:p>
            <a:r>
              <a:rPr lang="en-US" dirty="0">
                <a:latin typeface="Arial" panose="020B0604020202020204" pitchFamily="34" charset="0"/>
                <a:cs typeface="Arial" panose="020B0604020202020204" pitchFamily="34" charset="0"/>
              </a:rPr>
              <a:t>SHAP explanations highlight important features influencing results </a:t>
            </a:r>
          </a:p>
        </p:txBody>
      </p:sp>
    </p:spTree>
    <p:extLst>
      <p:ext uri="{BB962C8B-B14F-4D97-AF65-F5344CB8AC3E}">
        <p14:creationId xmlns:p14="http://schemas.microsoft.com/office/powerpoint/2010/main" val="21124565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a:xfrm>
            <a:off x="864382" y="2489200"/>
            <a:ext cx="7780854" cy="3530600"/>
          </a:xfrm>
        </p:spPr>
        <p:txBody>
          <a:bodyPr>
            <a:normAutofit/>
          </a:bodyPr>
          <a:lstStyle/>
          <a:p>
            <a:pPr marL="0" indent="0" algn="just">
              <a:buNone/>
            </a:pPr>
            <a:r>
              <a:rPr lang="en-US" dirty="0">
                <a:latin typeface="Arial" panose="020B0604020202020204" pitchFamily="34" charset="0"/>
                <a:cs typeface="Arial" panose="020B0604020202020204" pitchFamily="34" charset="0"/>
              </a:rPr>
              <a:t>The proposed Fake Review Detection System effectively identifies fake and genuine reviews using a combination of NLP, Machine Learning, Deep Learning, and Explainable AI. By integrating textual, sentiment, and behavioral features, the system improves accuracy and reliability. The use of SHAP enhances transparency by explaining model predictions. Overall, the system provides a robust and practical solution for detecting deceptive reviews in real-world applications.</a:t>
            </a:r>
            <a:endParaRPr dirty="0">
              <a:latin typeface="Arial" panose="020B0604020202020204" pitchFamily="34" charset="0"/>
              <a:cs typeface="Arial" panose="020B0604020202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Future Scope</a:t>
            </a:r>
          </a:p>
        </p:txBody>
      </p:sp>
      <p:sp>
        <p:nvSpPr>
          <p:cNvPr id="3" name="Content Placeholder 2"/>
          <p:cNvSpPr>
            <a:spLocks noGrp="1"/>
          </p:cNvSpPr>
          <p:nvPr>
            <p:ph idx="1"/>
          </p:nvPr>
        </p:nvSpPr>
        <p:spPr>
          <a:xfrm>
            <a:off x="572655" y="2489200"/>
            <a:ext cx="8100289" cy="3530600"/>
          </a:xfrm>
        </p:spPr>
        <p:txBody>
          <a:bodyPr/>
          <a:lstStyle/>
          <a:p>
            <a:pPr algn="just"/>
            <a:r>
              <a:rPr lang="en-US" dirty="0">
                <a:latin typeface="Arial" panose="020B0604020202020204" pitchFamily="34" charset="0"/>
                <a:cs typeface="Arial" panose="020B0604020202020204" pitchFamily="34" charset="0"/>
              </a:rPr>
              <a:t>Integration with real-time review </a:t>
            </a:r>
            <a:r>
              <a:rPr lang="en-US" dirty="0" smtClean="0">
                <a:latin typeface="Arial" panose="020B0604020202020204" pitchFamily="34" charset="0"/>
                <a:cs typeface="Arial" panose="020B0604020202020204" pitchFamily="34" charset="0"/>
              </a:rPr>
              <a:t>systems</a:t>
            </a:r>
          </a:p>
          <a:p>
            <a:pPr algn="just"/>
            <a:r>
              <a:rPr lang="en-US" altLang="en-US" dirty="0">
                <a:solidFill>
                  <a:schemeClr val="tx1"/>
                </a:solidFill>
                <a:latin typeface="Arial" panose="020B0604020202020204" pitchFamily="34" charset="0"/>
                <a:cs typeface="Arial" panose="020B0604020202020204" pitchFamily="34" charset="0"/>
              </a:rPr>
              <a:t>Use of advanced transformer models like BERT for better accuracy </a:t>
            </a:r>
          </a:p>
          <a:p>
            <a:pPr algn="just"/>
            <a:r>
              <a:rPr lang="en-US" dirty="0">
                <a:latin typeface="Arial" panose="020B0604020202020204" pitchFamily="34" charset="0"/>
                <a:cs typeface="Arial" panose="020B0604020202020204" pitchFamily="34" charset="0"/>
              </a:rPr>
              <a:t>Detection of multilingual fake </a:t>
            </a:r>
            <a:r>
              <a:rPr lang="en-US" dirty="0" smtClean="0">
                <a:latin typeface="Arial" panose="020B0604020202020204" pitchFamily="34" charset="0"/>
                <a:cs typeface="Arial" panose="020B0604020202020204" pitchFamily="34" charset="0"/>
              </a:rPr>
              <a:t>reviews</a:t>
            </a:r>
          </a:p>
          <a:p>
            <a:pPr algn="just"/>
            <a:r>
              <a:rPr lang="en-US" dirty="0">
                <a:latin typeface="Arial" panose="020B0604020202020204" pitchFamily="34" charset="0"/>
                <a:cs typeface="Arial" panose="020B0604020202020204" pitchFamily="34" charset="0"/>
              </a:rPr>
              <a:t>Deployment as a web or mobile </a:t>
            </a:r>
            <a:r>
              <a:rPr lang="en-US" dirty="0" smtClean="0">
                <a:latin typeface="Arial" panose="020B0604020202020204" pitchFamily="34" charset="0"/>
                <a:cs typeface="Arial" panose="020B0604020202020204" pitchFamily="34" charset="0"/>
              </a:rPr>
              <a:t>application</a:t>
            </a:r>
          </a:p>
          <a:p>
            <a:pPr algn="just"/>
            <a:r>
              <a:rPr lang="en-US" dirty="0">
                <a:latin typeface="Arial" panose="020B0604020202020204" pitchFamily="34" charset="0"/>
                <a:cs typeface="Arial" panose="020B0604020202020204" pitchFamily="34" charset="0"/>
              </a:rPr>
              <a:t>Continuous learning with live data</a:t>
            </a:r>
            <a:endParaRPr lang="en-US" dirty="0" smtClean="0">
              <a:latin typeface="Arial" panose="020B0604020202020204" pitchFamily="34" charset="0"/>
              <a:cs typeface="Arial" panose="020B0604020202020204" pitchFamily="34" charset="0"/>
            </a:endParaRPr>
          </a:p>
          <a:p>
            <a:pPr marL="0" lvl="0" indent="0" algn="just" defTabSz="914400" eaLnBrk="0" fontAlgn="base" hangingPunct="0">
              <a:spcBef>
                <a:spcPct val="0"/>
              </a:spcBef>
              <a:spcAft>
                <a:spcPct val="0"/>
              </a:spcAft>
              <a:buClrTx/>
              <a:buSzTx/>
              <a:buNone/>
            </a:pPr>
            <a:endParaRPr lang="en-US" altLang="en-US" dirty="0">
              <a:solidFill>
                <a:schemeClr val="tx1"/>
              </a:solidFill>
              <a:latin typeface="Arial" panose="020B0604020202020204" pitchFamily="34" charset="0"/>
              <a:cs typeface="Arial" panose="020B0604020202020204" pitchFamily="34" charset="0"/>
            </a:endParaRPr>
          </a:p>
          <a:p>
            <a:pPr marL="0" lvl="0" indent="0" algn="just" defTabSz="914400" eaLnBrk="0" fontAlgn="base" hangingPunct="0">
              <a:spcBef>
                <a:spcPct val="0"/>
              </a:spcBef>
              <a:spcAft>
                <a:spcPct val="0"/>
              </a:spcAft>
              <a:buClrTx/>
              <a:buSzTx/>
              <a:buNone/>
            </a:pPr>
            <a:endParaRPr lang="en-US" altLang="en-US" dirty="0">
              <a:solidFill>
                <a:schemeClr val="tx1"/>
              </a:solidFill>
              <a:latin typeface="Arial" panose="020B0604020202020204" pitchFamily="34" charset="0"/>
              <a:cs typeface="Arial" panose="020B0604020202020204" pitchFamily="34" charset="0"/>
            </a:endParaRPr>
          </a:p>
          <a:p>
            <a:pPr marL="0" lvl="0" indent="0" algn="just" defTabSz="914400" eaLnBrk="0" fontAlgn="base" hangingPunct="0">
              <a:spcBef>
                <a:spcPct val="0"/>
              </a:spcBef>
              <a:spcAft>
                <a:spcPct val="0"/>
              </a:spcAft>
              <a:buClrTx/>
              <a:buSzTx/>
              <a:buFontTx/>
              <a:buChar char="•"/>
            </a:pPr>
            <a:endParaRPr lang="en-US" altLang="en-US" dirty="0">
              <a:solidFill>
                <a:schemeClr val="tx1"/>
              </a:solidFill>
              <a:latin typeface="Arial" panose="020B0604020202020204" pitchFamily="34" charset="0"/>
              <a:cs typeface="Arial" panose="020B0604020202020204" pitchFamily="34" charset="0"/>
            </a:endParaRPr>
          </a:p>
          <a:p>
            <a:pPr algn="just"/>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957041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508001" y="2309091"/>
            <a:ext cx="8100290" cy="4267200"/>
          </a:xfrm>
        </p:spPr>
        <p:txBody>
          <a:bodyPr>
            <a:normAutofit fontScale="85000" lnSpcReduction="10000"/>
          </a:bodyPr>
          <a:lstStyle/>
          <a:p>
            <a:pPr marL="0" indent="0" algn="just">
              <a:buNone/>
            </a:pPr>
            <a:r>
              <a:rPr lang="en-US" dirty="0">
                <a:latin typeface="Arial" panose="020B0604020202020204" pitchFamily="34" charset="0"/>
                <a:cs typeface="Arial" panose="020B0604020202020204" pitchFamily="34" charset="0"/>
              </a:rPr>
              <a:t>[1] N. Jindal and B. Liu, “Review spam detection,” </a:t>
            </a:r>
            <a:r>
              <a:rPr lang="en-US" i="1" dirty="0">
                <a:latin typeface="Arial" panose="020B0604020202020204" pitchFamily="34" charset="0"/>
                <a:cs typeface="Arial" panose="020B0604020202020204" pitchFamily="34" charset="0"/>
              </a:rPr>
              <a:t>Proc. 16th Int. World Wide Web Conf. (WWW)</a:t>
            </a:r>
            <a:r>
              <a:rPr lang="en-US" dirty="0">
                <a:latin typeface="Arial" panose="020B0604020202020204" pitchFamily="34" charset="0"/>
                <a:cs typeface="Arial" panose="020B0604020202020204" pitchFamily="34" charset="0"/>
              </a:rPr>
              <a:t>, pp. 1189–1190, 2007</a:t>
            </a:r>
            <a:r>
              <a:rPr lang="en-US" dirty="0" smtClean="0">
                <a:latin typeface="Arial" panose="020B0604020202020204" pitchFamily="34" charset="0"/>
                <a:cs typeface="Arial" panose="020B0604020202020204" pitchFamily="34" charset="0"/>
              </a:rPr>
              <a:t>.</a:t>
            </a:r>
            <a:endParaRPr lang="en-US" dirty="0">
              <a:latin typeface="Arial" panose="020B0604020202020204" pitchFamily="34" charset="0"/>
              <a:cs typeface="Arial" panose="020B0604020202020204" pitchFamily="34" charset="0"/>
            </a:endParaRPr>
          </a:p>
          <a:p>
            <a:pPr marL="0" indent="0" algn="just">
              <a:buNone/>
            </a:pPr>
            <a:r>
              <a:rPr lang="en-US" dirty="0">
                <a:latin typeface="Arial" panose="020B0604020202020204" pitchFamily="34" charset="0"/>
                <a:cs typeface="Arial" panose="020B0604020202020204" pitchFamily="34" charset="0"/>
              </a:rPr>
              <a:t>[2] M. </a:t>
            </a:r>
            <a:r>
              <a:rPr lang="en-US" dirty="0" err="1">
                <a:latin typeface="Arial" panose="020B0604020202020204" pitchFamily="34" charset="0"/>
                <a:cs typeface="Arial" panose="020B0604020202020204" pitchFamily="34" charset="0"/>
              </a:rPr>
              <a:t>Ott</a:t>
            </a:r>
            <a:r>
              <a:rPr lang="en-US" dirty="0">
                <a:latin typeface="Arial" panose="020B0604020202020204" pitchFamily="34" charset="0"/>
                <a:cs typeface="Arial" panose="020B0604020202020204" pitchFamily="34" charset="0"/>
              </a:rPr>
              <a:t>, Y. Choi, C. </a:t>
            </a:r>
            <a:r>
              <a:rPr lang="en-US" dirty="0" err="1">
                <a:latin typeface="Arial" panose="020B0604020202020204" pitchFamily="34" charset="0"/>
                <a:cs typeface="Arial" panose="020B0604020202020204" pitchFamily="34" charset="0"/>
              </a:rPr>
              <a:t>Cardie</a:t>
            </a:r>
            <a:r>
              <a:rPr lang="en-US" dirty="0">
                <a:latin typeface="Arial" panose="020B0604020202020204" pitchFamily="34" charset="0"/>
                <a:cs typeface="Arial" panose="020B0604020202020204" pitchFamily="34" charset="0"/>
              </a:rPr>
              <a:t>, and J. Hancock, “Finding deceptive opinion spam by any stretch of the imagination,” </a:t>
            </a:r>
            <a:r>
              <a:rPr lang="en-US" i="1" dirty="0">
                <a:latin typeface="Arial" panose="020B0604020202020204" pitchFamily="34" charset="0"/>
                <a:cs typeface="Arial" panose="020B0604020202020204" pitchFamily="34" charset="0"/>
              </a:rPr>
              <a:t>Proc. 49th Annual Meeting of the ACL</a:t>
            </a:r>
            <a:r>
              <a:rPr lang="en-US" dirty="0">
                <a:latin typeface="Arial" panose="020B0604020202020204" pitchFamily="34" charset="0"/>
                <a:cs typeface="Arial" panose="020B0604020202020204" pitchFamily="34" charset="0"/>
              </a:rPr>
              <a:t>, pp. 309–319, 2011.</a:t>
            </a:r>
          </a:p>
          <a:p>
            <a:pPr marL="0" indent="0" algn="just">
              <a:buNone/>
            </a:pPr>
            <a:r>
              <a:rPr lang="en-US" dirty="0">
                <a:latin typeface="Arial" panose="020B0604020202020204" pitchFamily="34" charset="0"/>
                <a:cs typeface="Arial" panose="020B0604020202020204" pitchFamily="34" charset="0"/>
              </a:rPr>
              <a:t>[3] A. Mukherjee, V. </a:t>
            </a:r>
            <a:r>
              <a:rPr lang="en-US" dirty="0" err="1">
                <a:latin typeface="Arial" panose="020B0604020202020204" pitchFamily="34" charset="0"/>
                <a:cs typeface="Arial" panose="020B0604020202020204" pitchFamily="34" charset="0"/>
              </a:rPr>
              <a:t>Venkataraman</a:t>
            </a:r>
            <a:r>
              <a:rPr lang="en-US" dirty="0">
                <a:latin typeface="Arial" panose="020B0604020202020204" pitchFamily="34" charset="0"/>
                <a:cs typeface="Arial" panose="020B0604020202020204" pitchFamily="34" charset="0"/>
              </a:rPr>
              <a:t>, B. Liu, and N. Glance, “What Yelp fake review filter might be doing,” </a:t>
            </a:r>
            <a:r>
              <a:rPr lang="en-US" i="1" dirty="0">
                <a:latin typeface="Arial" panose="020B0604020202020204" pitchFamily="34" charset="0"/>
                <a:cs typeface="Arial" panose="020B0604020202020204" pitchFamily="34" charset="0"/>
              </a:rPr>
              <a:t>Proc. Int. AAAI Conf. on Web and Social Media (ICWSM)</a:t>
            </a:r>
            <a:r>
              <a:rPr lang="en-US" dirty="0">
                <a:latin typeface="Arial" panose="020B0604020202020204" pitchFamily="34" charset="0"/>
                <a:cs typeface="Arial" panose="020B0604020202020204" pitchFamily="34" charset="0"/>
              </a:rPr>
              <a:t>, pp. 409–418, 2013.</a:t>
            </a:r>
          </a:p>
          <a:p>
            <a:pPr marL="0" indent="0" algn="just">
              <a:buNone/>
            </a:pPr>
            <a:r>
              <a:rPr lang="en-US" dirty="0">
                <a:latin typeface="Arial" panose="020B0604020202020204" pitchFamily="34" charset="0"/>
                <a:cs typeface="Arial" panose="020B0604020202020204" pitchFamily="34" charset="0"/>
              </a:rPr>
              <a:t>[4] Y. Ren and D. Ji, “Neural networks for deceptive opinion spam detection,” </a:t>
            </a:r>
            <a:r>
              <a:rPr lang="en-US" i="1" dirty="0">
                <a:latin typeface="Arial" panose="020B0604020202020204" pitchFamily="34" charset="0"/>
                <a:cs typeface="Arial" panose="020B0604020202020204" pitchFamily="34" charset="0"/>
              </a:rPr>
              <a:t>Information Sciences</a:t>
            </a:r>
            <a:r>
              <a:rPr lang="en-US" dirty="0">
                <a:latin typeface="Arial" panose="020B0604020202020204" pitchFamily="34" charset="0"/>
                <a:cs typeface="Arial" panose="020B0604020202020204" pitchFamily="34" charset="0"/>
              </a:rPr>
              <a:t>, vol. 385–386, pp. 213–224, 2017.</a:t>
            </a:r>
          </a:p>
          <a:p>
            <a:pPr marL="0" indent="0" algn="just">
              <a:buNone/>
            </a:pPr>
            <a:r>
              <a:rPr lang="en-US" dirty="0">
                <a:latin typeface="Arial" panose="020B0604020202020204" pitchFamily="34" charset="0"/>
                <a:cs typeface="Arial" panose="020B0604020202020204" pitchFamily="34" charset="0"/>
              </a:rPr>
              <a:t>[5] J. Devlin, M. Chang, K. Lee, and K. </a:t>
            </a:r>
            <a:r>
              <a:rPr lang="en-US" dirty="0" err="1">
                <a:latin typeface="Arial" panose="020B0604020202020204" pitchFamily="34" charset="0"/>
                <a:cs typeface="Arial" panose="020B0604020202020204" pitchFamily="34" charset="0"/>
              </a:rPr>
              <a:t>Toutanova</a:t>
            </a:r>
            <a:r>
              <a:rPr lang="en-US" dirty="0">
                <a:latin typeface="Arial" panose="020B0604020202020204" pitchFamily="34" charset="0"/>
                <a:cs typeface="Arial" panose="020B0604020202020204" pitchFamily="34" charset="0"/>
              </a:rPr>
              <a:t>, “BERT: Pre-training of deep bidirectional transformers for language understanding,” </a:t>
            </a:r>
            <a:r>
              <a:rPr lang="en-US" i="1" dirty="0">
                <a:latin typeface="Arial" panose="020B0604020202020204" pitchFamily="34" charset="0"/>
                <a:cs typeface="Arial" panose="020B0604020202020204" pitchFamily="34" charset="0"/>
              </a:rPr>
              <a:t>Proc. NAACL-HLT</a:t>
            </a:r>
            <a:r>
              <a:rPr lang="en-US" dirty="0">
                <a:latin typeface="Arial" panose="020B0604020202020204" pitchFamily="34" charset="0"/>
                <a:cs typeface="Arial" panose="020B0604020202020204" pitchFamily="34" charset="0"/>
              </a:rPr>
              <a:t>, pp. 4171–4186, 2019.</a:t>
            </a:r>
          </a:p>
          <a:p>
            <a:pPr marL="0" indent="0" algn="just">
              <a:buNone/>
            </a:pPr>
            <a:r>
              <a:rPr lang="en-US" dirty="0">
                <a:latin typeface="Arial" panose="020B0604020202020204" pitchFamily="34" charset="0"/>
                <a:cs typeface="Arial" panose="020B0604020202020204" pitchFamily="34" charset="0"/>
              </a:rPr>
              <a:t>[6] S. Lundberg and S. Lee, “A unified approach to interpreting model predictions,” </a:t>
            </a:r>
            <a:r>
              <a:rPr lang="en-US" i="1" dirty="0">
                <a:latin typeface="Arial" panose="020B0604020202020204" pitchFamily="34" charset="0"/>
                <a:cs typeface="Arial" panose="020B0604020202020204" pitchFamily="34" charset="0"/>
              </a:rPr>
              <a:t>Advances in Neural Information Processing Systems (</a:t>
            </a:r>
            <a:r>
              <a:rPr lang="en-US" i="1" dirty="0" err="1">
                <a:latin typeface="Arial" panose="020B0604020202020204" pitchFamily="34" charset="0"/>
                <a:cs typeface="Arial" panose="020B0604020202020204" pitchFamily="34" charset="0"/>
              </a:rPr>
              <a:t>NeurIPS</a:t>
            </a:r>
            <a:r>
              <a:rPr lang="en-US" i="1" dirty="0">
                <a:latin typeface="Arial" panose="020B0604020202020204" pitchFamily="34" charset="0"/>
                <a:cs typeface="Arial" panose="020B0604020202020204" pitchFamily="34" charset="0"/>
              </a:rPr>
              <a:t>)</a:t>
            </a:r>
            <a:r>
              <a:rPr lang="en-US" dirty="0">
                <a:latin typeface="Arial" panose="020B0604020202020204" pitchFamily="34" charset="0"/>
                <a:cs typeface="Arial" panose="020B0604020202020204" pitchFamily="34" charset="0"/>
              </a:rPr>
              <a:t>, pp. 4765–4774, 2017.</a:t>
            </a:r>
          </a:p>
          <a:p>
            <a:pPr marL="0" indent="0" algn="just">
              <a:buNone/>
            </a:pPr>
            <a:r>
              <a:rPr lang="en-US" dirty="0">
                <a:latin typeface="Arial" panose="020B0604020202020204" pitchFamily="34" charset="0"/>
                <a:cs typeface="Arial" panose="020B0604020202020204" pitchFamily="34" charset="0"/>
              </a:rPr>
              <a:t>[7] F. </a:t>
            </a:r>
            <a:r>
              <a:rPr lang="en-US" dirty="0" err="1">
                <a:latin typeface="Arial" panose="020B0604020202020204" pitchFamily="34" charset="0"/>
                <a:cs typeface="Arial" panose="020B0604020202020204" pitchFamily="34" charset="0"/>
              </a:rPr>
              <a:t>Pedregosa</a:t>
            </a:r>
            <a:r>
              <a:rPr lang="en-US" dirty="0">
                <a:latin typeface="Arial" panose="020B0604020202020204" pitchFamily="34" charset="0"/>
                <a:cs typeface="Arial" panose="020B0604020202020204" pitchFamily="34" charset="0"/>
              </a:rPr>
              <a:t> et al., “Scikit-learn: Machine learning in Python,” </a:t>
            </a:r>
            <a:r>
              <a:rPr lang="en-US" i="1" dirty="0">
                <a:latin typeface="Arial" panose="020B0604020202020204" pitchFamily="34" charset="0"/>
                <a:cs typeface="Arial" panose="020B0604020202020204" pitchFamily="34" charset="0"/>
              </a:rPr>
              <a:t>Journal of Machine Learning Research</a:t>
            </a:r>
            <a:r>
              <a:rPr lang="en-US" dirty="0">
                <a:latin typeface="Arial" panose="020B0604020202020204" pitchFamily="34" charset="0"/>
                <a:cs typeface="Arial" panose="020B0604020202020204" pitchFamily="34" charset="0"/>
              </a:rPr>
              <a:t>, vol. 12, pp. 2825–2830, 2011.</a:t>
            </a:r>
          </a:p>
        </p:txBody>
      </p:sp>
    </p:spTree>
    <p:extLst>
      <p:ext uri="{BB962C8B-B14F-4D97-AF65-F5344CB8AC3E}">
        <p14:creationId xmlns:p14="http://schemas.microsoft.com/office/powerpoint/2010/main" val="373458275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Boardroom">
  <a:themeElements>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B8502691-933B-45FE-8764-BA278511EF2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 Boardroom</Template>
  <TotalTime>222</TotalTime>
  <Words>1509</Words>
  <Application>Microsoft Office PowerPoint</Application>
  <PresentationFormat>On-screen Show (4:3)</PresentationFormat>
  <Paragraphs>135</Paragraphs>
  <Slides>22</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Arial</vt:lpstr>
      <vt:lpstr>Calibri</vt:lpstr>
      <vt:lpstr>Century Gothic</vt:lpstr>
      <vt:lpstr>Wingdings</vt:lpstr>
      <vt:lpstr>Wingdings 3</vt:lpstr>
      <vt:lpstr>Ion Boardroom</vt:lpstr>
      <vt:lpstr>FakeGuard AI — Fake Review Detection System</vt:lpstr>
      <vt:lpstr>Contents</vt:lpstr>
      <vt:lpstr>Introduction</vt:lpstr>
      <vt:lpstr>Problem Statement</vt:lpstr>
      <vt:lpstr>Objective</vt:lpstr>
      <vt:lpstr>Dataset Overview</vt:lpstr>
      <vt:lpstr>Dataset Attributes</vt:lpstr>
      <vt:lpstr>Data Preprocessing</vt:lpstr>
      <vt:lpstr>Feature Extraction</vt:lpstr>
      <vt:lpstr>Textual Features</vt:lpstr>
      <vt:lpstr>Sentiment Features</vt:lpstr>
      <vt:lpstr>Behavioral Features</vt:lpstr>
      <vt:lpstr>Machine Learning Models</vt:lpstr>
      <vt:lpstr>Deep Learning Model– LSTM</vt:lpstr>
      <vt:lpstr>Explainable AI</vt:lpstr>
      <vt:lpstr>Dataset Challenges</vt:lpstr>
      <vt:lpstr>Model Evaluation</vt:lpstr>
      <vt:lpstr>System Architecture</vt:lpstr>
      <vt:lpstr>Results &amp; Insights</vt:lpstr>
      <vt:lpstr>Conclusion</vt:lpstr>
      <vt:lpstr>Future Scope</vt:lpstr>
      <vt:lpstr>References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Fake Review Detection System</dc:title>
  <dc:subject/>
  <dc:creator/>
  <cp:keywords/>
  <dc:description>generated using python-pptx</dc:description>
  <cp:lastModifiedBy>ACER</cp:lastModifiedBy>
  <cp:revision>12</cp:revision>
  <dcterms:created xsi:type="dcterms:W3CDTF">2013-01-27T09:14:16Z</dcterms:created>
  <dcterms:modified xsi:type="dcterms:W3CDTF">2026-04-01T14:48:24Z</dcterms:modified>
  <cp:category/>
</cp:coreProperties>
</file>