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1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9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3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2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2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3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89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40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51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78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57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14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Review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AI-based system using ML, DL, NLP &amp; Explainable AI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smtClean="0"/>
              <a:t>Your Name : XYZ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2000"/>
              <a:t>Introduction</a:t>
            </a:r>
          </a:p>
          <a:p>
            <a:r>
              <a:rPr sz="2000"/>
              <a:t>Problem Statement</a:t>
            </a:r>
          </a:p>
          <a:p>
            <a:r>
              <a:rPr sz="2000"/>
              <a:t>Objectives</a:t>
            </a:r>
          </a:p>
          <a:p>
            <a:r>
              <a:rPr sz="2000"/>
              <a:t>Dataset</a:t>
            </a:r>
          </a:p>
          <a:p>
            <a:r>
              <a:rPr sz="2000"/>
              <a:t>Methodology</a:t>
            </a:r>
          </a:p>
          <a:p>
            <a:r>
              <a:rPr sz="2000"/>
              <a:t>Models</a:t>
            </a:r>
          </a:p>
          <a:p>
            <a:r>
              <a:rPr sz="2000"/>
              <a:t>Evaluation</a:t>
            </a:r>
          </a:p>
          <a:p>
            <a:r>
              <a:rPr sz="2000"/>
              <a:t>Architecture</a:t>
            </a:r>
          </a:p>
          <a:p>
            <a:r>
              <a:rPr sz="2000"/>
              <a:t>Results</a:t>
            </a:r>
          </a:p>
          <a:p>
            <a:r>
              <a:rPr sz="2000"/>
              <a:t>Conclusion</a:t>
            </a:r>
          </a:p>
          <a:p>
            <a:r>
              <a:rPr sz="20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Online platforms depend on reviews</a:t>
            </a:r>
          </a:p>
          <a:p>
            <a:r>
              <a:rPr sz="2000"/>
              <a:t>Fake reviews reduce trust</a:t>
            </a:r>
          </a:p>
          <a:p>
            <a:r>
              <a:rPr sz="2000"/>
              <a:t>Hard to distinguish fake vs genuine</a:t>
            </a:r>
          </a:p>
          <a:p>
            <a:r>
              <a:rPr sz="2000"/>
              <a:t>Uses NLP, ML, DL, Explainable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Fake reviews manipulate ratings</a:t>
            </a:r>
          </a:p>
          <a:p>
            <a:r>
              <a:rPr sz="2000"/>
              <a:t>Mislead users</a:t>
            </a:r>
          </a:p>
          <a:p>
            <a:r>
              <a:rPr sz="2000"/>
              <a:t>Hard to detect manually</a:t>
            </a:r>
          </a:p>
          <a:p>
            <a:r>
              <a:rPr sz="2000"/>
              <a:t>Need automated intelligent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Detect fake vs genuine reviews</a:t>
            </a:r>
          </a:p>
          <a:p>
            <a:r>
              <a:rPr sz="2000"/>
              <a:t>Apply NLP for text analysis</a:t>
            </a:r>
          </a:p>
          <a:p>
            <a:r>
              <a:rPr sz="2000"/>
              <a:t>Use ML &amp; LSTM models</a:t>
            </a:r>
          </a:p>
          <a:p>
            <a:r>
              <a:rPr sz="2000"/>
              <a:t>Use SHAP for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Synthetic dataset (realistic reviews)</a:t>
            </a:r>
          </a:p>
          <a:p>
            <a:r>
              <a:rPr sz="2000"/>
              <a:t>Includes fake &amp; genuine data</a:t>
            </a:r>
          </a:p>
          <a:p>
            <a:r>
              <a:rPr sz="2000"/>
              <a:t>Structured + unstructured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Review Text</a:t>
            </a:r>
          </a:p>
          <a:p>
            <a:r>
              <a:rPr sz="2000"/>
              <a:t>Label (Fake/Genuine)</a:t>
            </a:r>
          </a:p>
          <a:p>
            <a:r>
              <a:rPr sz="2000"/>
              <a:t>Rating (1–5)</a:t>
            </a:r>
          </a:p>
          <a:p>
            <a:r>
              <a:rPr sz="2000"/>
              <a:t>Reviewer ID</a:t>
            </a:r>
          </a:p>
          <a:p>
            <a:r>
              <a:rPr sz="2000"/>
              <a:t>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TF-IDF &amp; N-grams</a:t>
            </a:r>
          </a:p>
          <a:p>
            <a:r>
              <a:rPr sz="2000"/>
              <a:t>Word count</a:t>
            </a:r>
          </a:p>
          <a:p>
            <a:r>
              <a:rPr sz="2000"/>
              <a:t>Sentiment (VADER)</a:t>
            </a:r>
          </a:p>
          <a:p>
            <a:r>
              <a:rPr sz="2000"/>
              <a:t>Behavior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Review frequency</a:t>
            </a:r>
          </a:p>
          <a:p>
            <a:r>
              <a:rPr sz="2000"/>
              <a:t>Extreme ratings</a:t>
            </a:r>
          </a:p>
          <a:p>
            <a:r>
              <a:rPr sz="2000"/>
              <a:t>Duplicate reviews</a:t>
            </a:r>
          </a:p>
          <a:p>
            <a:r>
              <a:rPr sz="2000"/>
              <a:t>Readability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Class imbalance</a:t>
            </a:r>
          </a:p>
          <a:p>
            <a:r>
              <a:rPr sz="2000"/>
              <a:t>Noisy data</a:t>
            </a:r>
          </a:p>
          <a:p>
            <a:r>
              <a:rPr sz="2000"/>
              <a:t>Missing values</a:t>
            </a:r>
          </a:p>
          <a:p>
            <a:r>
              <a:rPr sz="2000"/>
              <a:t>Different writing styles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Remove noise &amp; stopwords</a:t>
            </a:r>
          </a:p>
          <a:p>
            <a:r>
              <a:rPr sz="2000"/>
              <a:t>Lowercase conversion</a:t>
            </a:r>
          </a:p>
          <a:p>
            <a:r>
              <a:rPr sz="2000"/>
              <a:t>Tokenization &amp; lemmatization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TF-IDF vectors</a:t>
            </a:r>
          </a:p>
          <a:p>
            <a:r>
              <a:rPr sz="2000"/>
              <a:t>N-grams</a:t>
            </a:r>
          </a:p>
          <a:p>
            <a:r>
              <a:rPr sz="2000"/>
              <a:t>Sentiment scores</a:t>
            </a:r>
          </a:p>
          <a:p>
            <a:r>
              <a:rPr sz="2000"/>
              <a:t>Behavior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Logistic Regression</a:t>
            </a:r>
          </a:p>
          <a:p>
            <a:r>
              <a:rPr sz="2000"/>
              <a:t>SVM</a:t>
            </a:r>
          </a:p>
          <a:p>
            <a:r>
              <a:rPr sz="2000"/>
              <a:t>Random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(LSTM)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Sequential text processing</a:t>
            </a:r>
          </a:p>
          <a:p>
            <a:r>
              <a:rPr sz="2000"/>
              <a:t>Embedding + LSTM layers</a:t>
            </a:r>
          </a:p>
          <a:p>
            <a:r>
              <a:rPr sz="2000"/>
              <a:t>Captures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Explains predictions</a:t>
            </a:r>
          </a:p>
          <a:p>
            <a:r>
              <a:rPr sz="2000"/>
              <a:t>Highlights important features</a:t>
            </a:r>
          </a:p>
          <a:p>
            <a:r>
              <a:rPr sz="2000"/>
              <a:t>Improves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Accuracy, Precision, Recall, F1</a:t>
            </a:r>
          </a:p>
          <a:p>
            <a:r>
              <a:rPr sz="2000"/>
              <a:t>Confusion Matrix</a:t>
            </a:r>
          </a:p>
          <a:p>
            <a:r>
              <a:rPr sz="2000"/>
              <a:t>Train-test split (80:20)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09" y="2611580"/>
            <a:ext cx="6345260" cy="3530600"/>
          </a:xfrm>
        </p:spPr>
        <p:txBody>
          <a:bodyPr/>
          <a:lstStyle/>
          <a:p>
            <a:pPr marL="0" indent="0">
              <a:buNone/>
            </a:pPr>
            <a:endParaRPr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 → Features → Models → Prediction</a:t>
            </a:r>
          </a:p>
        </p:txBody>
      </p:sp>
      <p:pic>
        <p:nvPicPr>
          <p:cNvPr id="4" name="Content Placeholder 3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9" t="1592" r="17391" b="26087"/>
          <a:stretch/>
        </p:blipFill>
        <p:spPr bwMode="auto">
          <a:xfrm>
            <a:off x="5763257" y="2359983"/>
            <a:ext cx="3262223" cy="4033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Detects fake reviews</a:t>
            </a:r>
          </a:p>
          <a:p>
            <a:r>
              <a:rPr sz="2000"/>
              <a:t>Identifies patterns</a:t>
            </a:r>
          </a:p>
          <a:p>
            <a:r>
              <a:rPr sz="2000"/>
              <a:t>Provides trust score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Combines NLP, ML, DL, SHAP</a:t>
            </a:r>
          </a:p>
          <a:p>
            <a:r>
              <a:rPr sz="2000"/>
              <a:t>Improves accuracy &amp; reliability</a:t>
            </a:r>
          </a:p>
          <a:p>
            <a:r>
              <a:rPr sz="2000"/>
              <a:t>Useful for real-world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Jindal &amp; Liu (2007)</a:t>
            </a:r>
          </a:p>
          <a:p>
            <a:r>
              <a:rPr sz="2000"/>
              <a:t>Ott et al. (2011)</a:t>
            </a:r>
          </a:p>
          <a:p>
            <a:r>
              <a:rPr sz="2000"/>
              <a:t>Mukherjee et al. (2013)</a:t>
            </a:r>
          </a:p>
          <a:p>
            <a:r>
              <a:rPr sz="2000"/>
              <a:t>Devlin et al. (2019)</a:t>
            </a:r>
          </a:p>
          <a:p>
            <a:r>
              <a:rPr sz="2000"/>
              <a:t>Lundberg &amp; Lee (2017)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</TotalTime>
  <Words>293</Words>
  <Application>Microsoft Office PowerPoint</Application>
  <PresentationFormat>On-screen Show (4:3)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 Boardroom</vt:lpstr>
      <vt:lpstr>Fake Review Detection System</vt:lpstr>
      <vt:lpstr>Contents</vt:lpstr>
      <vt:lpstr>Introduction</vt:lpstr>
      <vt:lpstr>Problem Statement</vt:lpstr>
      <vt:lpstr>Objectives</vt:lpstr>
      <vt:lpstr>Dataset Overview</vt:lpstr>
      <vt:lpstr>Dataset Attributes</vt:lpstr>
      <vt:lpstr>Features</vt:lpstr>
      <vt:lpstr>Behavioral Features</vt:lpstr>
      <vt:lpstr>Dataset Challenges</vt:lpstr>
      <vt:lpstr>Preprocessing</vt:lpstr>
      <vt:lpstr>Feature Extraction</vt:lpstr>
      <vt:lpstr>ML Models</vt:lpstr>
      <vt:lpstr>Deep Learning (LSTM)</vt:lpstr>
      <vt:lpstr>Explainable AI (SHAP)</vt:lpstr>
      <vt:lpstr>Evaluation</vt:lpstr>
      <vt:lpstr>Architecture</vt:lpstr>
      <vt:lpstr>Results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Review Detection System</dc:title>
  <dc:subject/>
  <dc:creator/>
  <cp:keywords/>
  <dc:description>generated using python-pptx</dc:description>
  <cp:lastModifiedBy>ACER</cp:lastModifiedBy>
  <cp:revision>2</cp:revision>
  <dcterms:created xsi:type="dcterms:W3CDTF">2013-01-27T09:14:16Z</dcterms:created>
  <dcterms:modified xsi:type="dcterms:W3CDTF">2026-04-01T14:35:34Z</dcterms:modified>
  <cp:category/>
</cp:coreProperties>
</file>